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5" r:id="rId1"/>
  </p:sldMasterIdLst>
  <p:notesMasterIdLst>
    <p:notesMasterId r:id="rId14"/>
  </p:notesMasterIdLst>
  <p:sldIdLst>
    <p:sldId id="256" r:id="rId2"/>
    <p:sldId id="257" r:id="rId3"/>
    <p:sldId id="264" r:id="rId4"/>
    <p:sldId id="258" r:id="rId5"/>
    <p:sldId id="265" r:id="rId6"/>
    <p:sldId id="266" r:id="rId7"/>
    <p:sldId id="267" r:id="rId8"/>
    <p:sldId id="268" r:id="rId9"/>
    <p:sldId id="269" r:id="rId10"/>
    <p:sldId id="270" r:id="rId11"/>
    <p:sldId id="262" r:id="rId12"/>
    <p:sldId id="263"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126" y="5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3dc949986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3dc949986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5f61e1cf29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5f61e1cf29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5f61e1cf2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5f61e1cf2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1164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5f61e1cf2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5f61e1cf2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5f61e1cf2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5f61e1cf2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4601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5f61e1cf2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5f61e1cf2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6961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5f61e1cf2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5f61e1cf2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9871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5f61e1cf2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5f61e1cf2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2039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5f61e1cf2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5f61e1cf2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3319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6bcd50e899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6bcd50e899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3dc94998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3dc949986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92750" y="1795325"/>
            <a:ext cx="8505000" cy="18276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800"/>
              <a:buNone/>
              <a:defRPr sz="4800">
                <a:solidFill>
                  <a:srgbClr val="FFFFFF"/>
                </a:solidFill>
              </a:defRPr>
            </a:lvl1pPr>
            <a:lvl2pPr lvl="1">
              <a:spcBef>
                <a:spcPts val="0"/>
              </a:spcBef>
              <a:spcAft>
                <a:spcPts val="0"/>
              </a:spcAft>
              <a:buClr>
                <a:srgbClr val="FFFFFF"/>
              </a:buClr>
              <a:buSzPts val="5200"/>
              <a:buNone/>
              <a:defRPr sz="5200">
                <a:solidFill>
                  <a:srgbClr val="FFFFFF"/>
                </a:solidFill>
              </a:defRPr>
            </a:lvl2pPr>
            <a:lvl3pPr lvl="2">
              <a:spcBef>
                <a:spcPts val="0"/>
              </a:spcBef>
              <a:spcAft>
                <a:spcPts val="0"/>
              </a:spcAft>
              <a:buClr>
                <a:srgbClr val="FFFFFF"/>
              </a:buClr>
              <a:buSzPts val="5200"/>
              <a:buNone/>
              <a:defRPr sz="5200">
                <a:solidFill>
                  <a:srgbClr val="FFFFFF"/>
                </a:solidFill>
              </a:defRPr>
            </a:lvl3pPr>
            <a:lvl4pPr lvl="3">
              <a:spcBef>
                <a:spcPts val="0"/>
              </a:spcBef>
              <a:spcAft>
                <a:spcPts val="0"/>
              </a:spcAft>
              <a:buClr>
                <a:srgbClr val="FFFFFF"/>
              </a:buClr>
              <a:buSzPts val="5200"/>
              <a:buNone/>
              <a:defRPr sz="5200">
                <a:solidFill>
                  <a:srgbClr val="FFFFFF"/>
                </a:solidFill>
              </a:defRPr>
            </a:lvl4pPr>
            <a:lvl5pPr lvl="4">
              <a:spcBef>
                <a:spcPts val="0"/>
              </a:spcBef>
              <a:spcAft>
                <a:spcPts val="0"/>
              </a:spcAft>
              <a:buClr>
                <a:srgbClr val="FFFFFF"/>
              </a:buClr>
              <a:buSzPts val="5200"/>
              <a:buNone/>
              <a:defRPr sz="5200">
                <a:solidFill>
                  <a:srgbClr val="FFFFFF"/>
                </a:solidFill>
              </a:defRPr>
            </a:lvl5pPr>
            <a:lvl6pPr lvl="5">
              <a:spcBef>
                <a:spcPts val="0"/>
              </a:spcBef>
              <a:spcAft>
                <a:spcPts val="0"/>
              </a:spcAft>
              <a:buClr>
                <a:srgbClr val="FFFFFF"/>
              </a:buClr>
              <a:buSzPts val="5200"/>
              <a:buNone/>
              <a:defRPr sz="5200">
                <a:solidFill>
                  <a:srgbClr val="FFFFFF"/>
                </a:solidFill>
              </a:defRPr>
            </a:lvl6pPr>
            <a:lvl7pPr lvl="6">
              <a:spcBef>
                <a:spcPts val="0"/>
              </a:spcBef>
              <a:spcAft>
                <a:spcPts val="0"/>
              </a:spcAft>
              <a:buClr>
                <a:srgbClr val="FFFFFF"/>
              </a:buClr>
              <a:buSzPts val="5200"/>
              <a:buNone/>
              <a:defRPr sz="5200">
                <a:solidFill>
                  <a:srgbClr val="FFFFFF"/>
                </a:solidFill>
              </a:defRPr>
            </a:lvl7pPr>
            <a:lvl8pPr lvl="7">
              <a:spcBef>
                <a:spcPts val="0"/>
              </a:spcBef>
              <a:spcAft>
                <a:spcPts val="0"/>
              </a:spcAft>
              <a:buClr>
                <a:srgbClr val="FFFFFF"/>
              </a:buClr>
              <a:buSzPts val="5200"/>
              <a:buNone/>
              <a:defRPr sz="5200">
                <a:solidFill>
                  <a:srgbClr val="FFFFFF"/>
                </a:solidFill>
              </a:defRPr>
            </a:lvl8pPr>
            <a:lvl9pPr lvl="8">
              <a:spcBef>
                <a:spcPts val="0"/>
              </a:spcBef>
              <a:spcAft>
                <a:spcPts val="0"/>
              </a:spcAft>
              <a:buClr>
                <a:srgbClr val="FFFFFF"/>
              </a:buClr>
              <a:buSzPts val="5200"/>
              <a:buNone/>
              <a:defRPr sz="5200">
                <a:solidFill>
                  <a:srgbClr val="FFFFFF"/>
                </a:solidFill>
              </a:defRPr>
            </a:lvl9pPr>
          </a:lstStyle>
          <a:p>
            <a:endParaRPr/>
          </a:p>
        </p:txBody>
      </p:sp>
      <p:sp>
        <p:nvSpPr>
          <p:cNvPr id="11" name="Google Shape;11;p2"/>
          <p:cNvSpPr txBox="1">
            <a:spLocks noGrp="1"/>
          </p:cNvSpPr>
          <p:nvPr>
            <p:ph type="subTitle" idx="1"/>
          </p:nvPr>
        </p:nvSpPr>
        <p:spPr>
          <a:xfrm>
            <a:off x="292750" y="3659725"/>
            <a:ext cx="8505000" cy="792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400"/>
              <a:buNone/>
              <a:defRPr sz="2400">
                <a:solidFill>
                  <a:srgbClr val="FFFFFF"/>
                </a:solidFill>
              </a:defRPr>
            </a:lvl1pPr>
            <a:lvl2pPr lvl="1" rtl="0">
              <a:lnSpc>
                <a:spcPct val="100000"/>
              </a:lnSpc>
              <a:spcBef>
                <a:spcPts val="0"/>
              </a:spcBef>
              <a:spcAft>
                <a:spcPts val="0"/>
              </a:spcAft>
              <a:buClr>
                <a:srgbClr val="FFFFFF"/>
              </a:buClr>
              <a:buSzPts val="2400"/>
              <a:buNone/>
              <a:defRPr sz="2400">
                <a:solidFill>
                  <a:srgbClr val="FFFFFF"/>
                </a:solidFill>
              </a:defRPr>
            </a:lvl2pPr>
            <a:lvl3pPr lvl="2" rtl="0">
              <a:lnSpc>
                <a:spcPct val="100000"/>
              </a:lnSpc>
              <a:spcBef>
                <a:spcPts val="0"/>
              </a:spcBef>
              <a:spcAft>
                <a:spcPts val="0"/>
              </a:spcAft>
              <a:buClr>
                <a:srgbClr val="FFFFFF"/>
              </a:buClr>
              <a:buSzPts val="2400"/>
              <a:buNone/>
              <a:defRPr sz="2400">
                <a:solidFill>
                  <a:srgbClr val="FFFFFF"/>
                </a:solidFill>
              </a:defRPr>
            </a:lvl3pPr>
            <a:lvl4pPr lvl="3" rtl="0">
              <a:lnSpc>
                <a:spcPct val="100000"/>
              </a:lnSpc>
              <a:spcBef>
                <a:spcPts val="0"/>
              </a:spcBef>
              <a:spcAft>
                <a:spcPts val="0"/>
              </a:spcAft>
              <a:buClr>
                <a:srgbClr val="FFFFFF"/>
              </a:buClr>
              <a:buSzPts val="2400"/>
              <a:buNone/>
              <a:defRPr sz="2400">
                <a:solidFill>
                  <a:srgbClr val="FFFFFF"/>
                </a:solidFill>
              </a:defRPr>
            </a:lvl4pPr>
            <a:lvl5pPr lvl="4" rtl="0">
              <a:lnSpc>
                <a:spcPct val="100000"/>
              </a:lnSpc>
              <a:spcBef>
                <a:spcPts val="0"/>
              </a:spcBef>
              <a:spcAft>
                <a:spcPts val="0"/>
              </a:spcAft>
              <a:buClr>
                <a:srgbClr val="FFFFFF"/>
              </a:buClr>
              <a:buSzPts val="2400"/>
              <a:buNone/>
              <a:defRPr sz="2400">
                <a:solidFill>
                  <a:srgbClr val="FFFFFF"/>
                </a:solidFill>
              </a:defRPr>
            </a:lvl5pPr>
            <a:lvl6pPr lvl="5" rtl="0">
              <a:lnSpc>
                <a:spcPct val="100000"/>
              </a:lnSpc>
              <a:spcBef>
                <a:spcPts val="0"/>
              </a:spcBef>
              <a:spcAft>
                <a:spcPts val="0"/>
              </a:spcAft>
              <a:buClr>
                <a:srgbClr val="FFFFFF"/>
              </a:buClr>
              <a:buSzPts val="2400"/>
              <a:buNone/>
              <a:defRPr sz="2400">
                <a:solidFill>
                  <a:srgbClr val="FFFFFF"/>
                </a:solidFill>
              </a:defRPr>
            </a:lvl6pPr>
            <a:lvl7pPr lvl="6" rtl="0">
              <a:lnSpc>
                <a:spcPct val="100000"/>
              </a:lnSpc>
              <a:spcBef>
                <a:spcPts val="0"/>
              </a:spcBef>
              <a:spcAft>
                <a:spcPts val="0"/>
              </a:spcAft>
              <a:buClr>
                <a:srgbClr val="FFFFFF"/>
              </a:buClr>
              <a:buSzPts val="2400"/>
              <a:buNone/>
              <a:defRPr sz="2400">
                <a:solidFill>
                  <a:srgbClr val="FFFFFF"/>
                </a:solidFill>
              </a:defRPr>
            </a:lvl7pPr>
            <a:lvl8pPr lvl="7" rtl="0">
              <a:lnSpc>
                <a:spcPct val="100000"/>
              </a:lnSpc>
              <a:spcBef>
                <a:spcPts val="0"/>
              </a:spcBef>
              <a:spcAft>
                <a:spcPts val="0"/>
              </a:spcAft>
              <a:buClr>
                <a:srgbClr val="FFFFFF"/>
              </a:buClr>
              <a:buSzPts val="2400"/>
              <a:buNone/>
              <a:defRPr sz="2400">
                <a:solidFill>
                  <a:srgbClr val="FFFFFF"/>
                </a:solidFill>
              </a:defRPr>
            </a:lvl8pPr>
            <a:lvl9pPr lvl="8" rtl="0">
              <a:lnSpc>
                <a:spcPct val="100000"/>
              </a:lnSpc>
              <a:spcBef>
                <a:spcPts val="0"/>
              </a:spcBef>
              <a:spcAft>
                <a:spcPts val="0"/>
              </a:spcAft>
              <a:buClr>
                <a:srgbClr val="FFFFFF"/>
              </a:buClr>
              <a:buSzPts val="2400"/>
              <a:buNone/>
              <a:defRPr sz="2400">
                <a:solidFill>
                  <a:srgbClr val="FFFFFF"/>
                </a:solidFill>
              </a:defRPr>
            </a:lvl9pPr>
          </a:lstStyle>
          <a:p>
            <a:endParaRPr/>
          </a:p>
        </p:txBody>
      </p:sp>
      <p:grpSp>
        <p:nvGrpSpPr>
          <p:cNvPr id="12" name="Google Shape;12;p2"/>
          <p:cNvGrpSpPr/>
          <p:nvPr/>
        </p:nvGrpSpPr>
        <p:grpSpPr>
          <a:xfrm>
            <a:off x="436436" y="354787"/>
            <a:ext cx="4110766" cy="792572"/>
            <a:chOff x="436436" y="354787"/>
            <a:chExt cx="4110766" cy="792572"/>
          </a:xfrm>
        </p:grpSpPr>
        <p:pic>
          <p:nvPicPr>
            <p:cNvPr id="13" name="Google Shape;13;p2"/>
            <p:cNvPicPr preferRelativeResize="0"/>
            <p:nvPr/>
          </p:nvPicPr>
          <p:blipFill>
            <a:blip r:embed="rId3">
              <a:alphaModFix/>
            </a:blip>
            <a:stretch>
              <a:fillRect/>
            </a:stretch>
          </p:blipFill>
          <p:spPr>
            <a:xfrm>
              <a:off x="436436" y="354787"/>
              <a:ext cx="2143991" cy="792572"/>
            </a:xfrm>
            <a:prstGeom prst="rect">
              <a:avLst/>
            </a:prstGeom>
            <a:noFill/>
            <a:ln>
              <a:noFill/>
            </a:ln>
          </p:spPr>
        </p:pic>
        <p:cxnSp>
          <p:nvCxnSpPr>
            <p:cNvPr id="14" name="Google Shape;14;p2"/>
            <p:cNvCxnSpPr/>
            <p:nvPr/>
          </p:nvCxnSpPr>
          <p:spPr>
            <a:xfrm>
              <a:off x="2826477" y="522925"/>
              <a:ext cx="1713600" cy="0"/>
            </a:xfrm>
            <a:prstGeom prst="straightConnector1">
              <a:avLst/>
            </a:prstGeom>
            <a:noFill/>
            <a:ln w="9525" cap="flat" cmpd="sng">
              <a:solidFill>
                <a:srgbClr val="77C046"/>
              </a:solidFill>
              <a:prstDash val="solid"/>
              <a:round/>
              <a:headEnd type="none" w="med" len="med"/>
              <a:tailEnd type="none" w="med" len="med"/>
            </a:ln>
          </p:spPr>
        </p:cxnSp>
        <p:cxnSp>
          <p:nvCxnSpPr>
            <p:cNvPr id="15" name="Google Shape;15;p2"/>
            <p:cNvCxnSpPr/>
            <p:nvPr/>
          </p:nvCxnSpPr>
          <p:spPr>
            <a:xfrm>
              <a:off x="2826477" y="934200"/>
              <a:ext cx="1713600" cy="0"/>
            </a:xfrm>
            <a:prstGeom prst="straightConnector1">
              <a:avLst/>
            </a:prstGeom>
            <a:noFill/>
            <a:ln w="9525" cap="flat" cmpd="sng">
              <a:solidFill>
                <a:srgbClr val="77C046"/>
              </a:solidFill>
              <a:prstDash val="solid"/>
              <a:round/>
              <a:headEnd type="none" w="med" len="med"/>
              <a:tailEnd type="none" w="med" len="med"/>
            </a:ln>
          </p:spPr>
        </p:cxnSp>
        <p:pic>
          <p:nvPicPr>
            <p:cNvPr id="16" name="Google Shape;16;p2"/>
            <p:cNvPicPr preferRelativeResize="0"/>
            <p:nvPr/>
          </p:nvPicPr>
          <p:blipFill rotWithShape="1">
            <a:blip r:embed="rId4">
              <a:alphaModFix/>
            </a:blip>
            <a:srcRect r="9869"/>
            <a:stretch/>
          </p:blipFill>
          <p:spPr>
            <a:xfrm>
              <a:off x="2833625" y="516650"/>
              <a:ext cx="1713577" cy="471601"/>
            </a:xfrm>
            <a:prstGeom prst="rect">
              <a:avLst/>
            </a:prstGeom>
            <a:noFill/>
            <a:ln>
              <a:noFill/>
            </a:ln>
          </p:spPr>
        </p:pic>
      </p:grpSp>
      <p:pic>
        <p:nvPicPr>
          <p:cNvPr id="17" name="Google Shape;17;p2"/>
          <p:cNvPicPr preferRelativeResize="0"/>
          <p:nvPr/>
        </p:nvPicPr>
        <p:blipFill>
          <a:blip r:embed="rId5">
            <a:alphaModFix amt="20000"/>
          </a:blip>
          <a:stretch>
            <a:fillRect/>
          </a:stretch>
        </p:blipFill>
        <p:spPr>
          <a:xfrm>
            <a:off x="7713924" y="3562649"/>
            <a:ext cx="1430076" cy="1580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ocial Cover Slide">
  <p:cSld name="TITLE_1">
    <p:bg>
      <p:bgPr>
        <a:solidFill>
          <a:schemeClr val="dk2"/>
        </a:solidFill>
        <a:effectLst/>
      </p:bgPr>
    </p:bg>
    <p:spTree>
      <p:nvGrpSpPr>
        <p:cNvPr id="1" name="Shape 18"/>
        <p:cNvGrpSpPr/>
        <p:nvPr/>
      </p:nvGrpSpPr>
      <p:grpSpPr>
        <a:xfrm>
          <a:off x="0" y="0"/>
          <a:ext cx="0" cy="0"/>
          <a:chOff x="0" y="0"/>
          <a:chExt cx="0" cy="0"/>
        </a:xfrm>
      </p:grpSpPr>
      <p:sp>
        <p:nvSpPr>
          <p:cNvPr id="19" name="Google Shape;19;p3"/>
          <p:cNvSpPr/>
          <p:nvPr/>
        </p:nvSpPr>
        <p:spPr>
          <a:xfrm rot="-5400000">
            <a:off x="2002650" y="-2002650"/>
            <a:ext cx="5143500" cy="9148800"/>
          </a:xfrm>
          <a:prstGeom prst="rect">
            <a:avLst/>
          </a:prstGeom>
          <a:gradFill>
            <a:gsLst>
              <a:gs pos="0">
                <a:schemeClr val="dk1">
                  <a:alpha val="80450"/>
                </a:schemeClr>
              </a:gs>
              <a:gs pos="100000">
                <a:srgbClr val="000000">
                  <a:alpha val="0"/>
                  <a:alpha val="80450"/>
                </a:srgbClr>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77C046"/>
              </a:solidFill>
            </a:endParaRPr>
          </a:p>
        </p:txBody>
      </p:sp>
      <p:sp>
        <p:nvSpPr>
          <p:cNvPr id="20" name="Google Shape;20;p3"/>
          <p:cNvSpPr txBox="1">
            <a:spLocks noGrp="1"/>
          </p:cNvSpPr>
          <p:nvPr>
            <p:ph type="ctrTitle"/>
          </p:nvPr>
        </p:nvSpPr>
        <p:spPr>
          <a:xfrm>
            <a:off x="605700" y="1836625"/>
            <a:ext cx="4401000" cy="976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2400"/>
              <a:buNone/>
              <a:defRPr sz="2400" b="1">
                <a:solidFill>
                  <a:srgbClr val="FFFFFF"/>
                </a:solidFill>
              </a:defRPr>
            </a:lvl1pPr>
            <a:lvl2pPr lvl="1">
              <a:spcBef>
                <a:spcPts val="0"/>
              </a:spcBef>
              <a:spcAft>
                <a:spcPts val="0"/>
              </a:spcAft>
              <a:buClr>
                <a:srgbClr val="FFFFFF"/>
              </a:buClr>
              <a:buSzPts val="5200"/>
              <a:buNone/>
              <a:defRPr sz="5200">
                <a:solidFill>
                  <a:srgbClr val="FFFFFF"/>
                </a:solidFill>
              </a:defRPr>
            </a:lvl2pPr>
            <a:lvl3pPr lvl="2">
              <a:spcBef>
                <a:spcPts val="0"/>
              </a:spcBef>
              <a:spcAft>
                <a:spcPts val="0"/>
              </a:spcAft>
              <a:buClr>
                <a:srgbClr val="FFFFFF"/>
              </a:buClr>
              <a:buSzPts val="5200"/>
              <a:buNone/>
              <a:defRPr sz="5200">
                <a:solidFill>
                  <a:srgbClr val="FFFFFF"/>
                </a:solidFill>
              </a:defRPr>
            </a:lvl3pPr>
            <a:lvl4pPr lvl="3">
              <a:spcBef>
                <a:spcPts val="0"/>
              </a:spcBef>
              <a:spcAft>
                <a:spcPts val="0"/>
              </a:spcAft>
              <a:buClr>
                <a:srgbClr val="FFFFFF"/>
              </a:buClr>
              <a:buSzPts val="5200"/>
              <a:buNone/>
              <a:defRPr sz="5200">
                <a:solidFill>
                  <a:srgbClr val="FFFFFF"/>
                </a:solidFill>
              </a:defRPr>
            </a:lvl4pPr>
            <a:lvl5pPr lvl="4">
              <a:spcBef>
                <a:spcPts val="0"/>
              </a:spcBef>
              <a:spcAft>
                <a:spcPts val="0"/>
              </a:spcAft>
              <a:buClr>
                <a:srgbClr val="FFFFFF"/>
              </a:buClr>
              <a:buSzPts val="5200"/>
              <a:buNone/>
              <a:defRPr sz="5200">
                <a:solidFill>
                  <a:srgbClr val="FFFFFF"/>
                </a:solidFill>
              </a:defRPr>
            </a:lvl5pPr>
            <a:lvl6pPr lvl="5">
              <a:spcBef>
                <a:spcPts val="0"/>
              </a:spcBef>
              <a:spcAft>
                <a:spcPts val="0"/>
              </a:spcAft>
              <a:buClr>
                <a:srgbClr val="FFFFFF"/>
              </a:buClr>
              <a:buSzPts val="5200"/>
              <a:buNone/>
              <a:defRPr sz="5200">
                <a:solidFill>
                  <a:srgbClr val="FFFFFF"/>
                </a:solidFill>
              </a:defRPr>
            </a:lvl6pPr>
            <a:lvl7pPr lvl="6">
              <a:spcBef>
                <a:spcPts val="0"/>
              </a:spcBef>
              <a:spcAft>
                <a:spcPts val="0"/>
              </a:spcAft>
              <a:buClr>
                <a:srgbClr val="FFFFFF"/>
              </a:buClr>
              <a:buSzPts val="5200"/>
              <a:buNone/>
              <a:defRPr sz="5200">
                <a:solidFill>
                  <a:srgbClr val="FFFFFF"/>
                </a:solidFill>
              </a:defRPr>
            </a:lvl7pPr>
            <a:lvl8pPr lvl="7">
              <a:spcBef>
                <a:spcPts val="0"/>
              </a:spcBef>
              <a:spcAft>
                <a:spcPts val="0"/>
              </a:spcAft>
              <a:buClr>
                <a:srgbClr val="FFFFFF"/>
              </a:buClr>
              <a:buSzPts val="5200"/>
              <a:buNone/>
              <a:defRPr sz="5200">
                <a:solidFill>
                  <a:srgbClr val="FFFFFF"/>
                </a:solidFill>
              </a:defRPr>
            </a:lvl8pPr>
            <a:lvl9pPr lvl="8">
              <a:spcBef>
                <a:spcPts val="0"/>
              </a:spcBef>
              <a:spcAft>
                <a:spcPts val="0"/>
              </a:spcAft>
              <a:buClr>
                <a:srgbClr val="FFFFFF"/>
              </a:buClr>
              <a:buSzPts val="5200"/>
              <a:buNone/>
              <a:defRPr sz="5200">
                <a:solidFill>
                  <a:srgbClr val="FFFFFF"/>
                </a:solidFill>
              </a:defRPr>
            </a:lvl9pPr>
          </a:lstStyle>
          <a:p>
            <a:endParaRPr/>
          </a:p>
        </p:txBody>
      </p:sp>
      <p:sp>
        <p:nvSpPr>
          <p:cNvPr id="21" name="Google Shape;21;p3"/>
          <p:cNvSpPr txBox="1">
            <a:spLocks noGrp="1"/>
          </p:cNvSpPr>
          <p:nvPr>
            <p:ph type="subTitle" idx="1"/>
          </p:nvPr>
        </p:nvSpPr>
        <p:spPr>
          <a:xfrm>
            <a:off x="605650" y="2948525"/>
            <a:ext cx="4401000" cy="14133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rgbClr val="FFFFFF"/>
              </a:buClr>
              <a:buSzPts val="2400"/>
              <a:buNone/>
              <a:defRPr sz="2400">
                <a:solidFill>
                  <a:srgbClr val="FFFFFF"/>
                </a:solidFill>
              </a:defRPr>
            </a:lvl1pPr>
            <a:lvl2pPr lvl="1">
              <a:lnSpc>
                <a:spcPct val="100000"/>
              </a:lnSpc>
              <a:spcBef>
                <a:spcPts val="0"/>
              </a:spcBef>
              <a:spcAft>
                <a:spcPts val="0"/>
              </a:spcAft>
              <a:buClr>
                <a:srgbClr val="FFFFFF"/>
              </a:buClr>
              <a:buSzPts val="2400"/>
              <a:buNone/>
              <a:defRPr sz="2400">
                <a:solidFill>
                  <a:srgbClr val="FFFFFF"/>
                </a:solidFill>
              </a:defRPr>
            </a:lvl2pPr>
            <a:lvl3pPr lvl="2">
              <a:lnSpc>
                <a:spcPct val="100000"/>
              </a:lnSpc>
              <a:spcBef>
                <a:spcPts val="0"/>
              </a:spcBef>
              <a:spcAft>
                <a:spcPts val="0"/>
              </a:spcAft>
              <a:buClr>
                <a:srgbClr val="FFFFFF"/>
              </a:buClr>
              <a:buSzPts val="2400"/>
              <a:buNone/>
              <a:defRPr sz="2400">
                <a:solidFill>
                  <a:srgbClr val="FFFFFF"/>
                </a:solidFill>
              </a:defRPr>
            </a:lvl3pPr>
            <a:lvl4pPr lvl="3">
              <a:lnSpc>
                <a:spcPct val="100000"/>
              </a:lnSpc>
              <a:spcBef>
                <a:spcPts val="0"/>
              </a:spcBef>
              <a:spcAft>
                <a:spcPts val="0"/>
              </a:spcAft>
              <a:buClr>
                <a:srgbClr val="FFFFFF"/>
              </a:buClr>
              <a:buSzPts val="2400"/>
              <a:buNone/>
              <a:defRPr sz="2400">
                <a:solidFill>
                  <a:srgbClr val="FFFFFF"/>
                </a:solidFill>
              </a:defRPr>
            </a:lvl4pPr>
            <a:lvl5pPr lvl="4">
              <a:lnSpc>
                <a:spcPct val="100000"/>
              </a:lnSpc>
              <a:spcBef>
                <a:spcPts val="0"/>
              </a:spcBef>
              <a:spcAft>
                <a:spcPts val="0"/>
              </a:spcAft>
              <a:buClr>
                <a:srgbClr val="FFFFFF"/>
              </a:buClr>
              <a:buSzPts val="2400"/>
              <a:buNone/>
              <a:defRPr sz="2400">
                <a:solidFill>
                  <a:srgbClr val="FFFFFF"/>
                </a:solidFill>
              </a:defRPr>
            </a:lvl5pPr>
            <a:lvl6pPr lvl="5">
              <a:lnSpc>
                <a:spcPct val="100000"/>
              </a:lnSpc>
              <a:spcBef>
                <a:spcPts val="0"/>
              </a:spcBef>
              <a:spcAft>
                <a:spcPts val="0"/>
              </a:spcAft>
              <a:buClr>
                <a:srgbClr val="FFFFFF"/>
              </a:buClr>
              <a:buSzPts val="2400"/>
              <a:buNone/>
              <a:defRPr sz="2400">
                <a:solidFill>
                  <a:srgbClr val="FFFFFF"/>
                </a:solidFill>
              </a:defRPr>
            </a:lvl6pPr>
            <a:lvl7pPr lvl="6">
              <a:lnSpc>
                <a:spcPct val="100000"/>
              </a:lnSpc>
              <a:spcBef>
                <a:spcPts val="0"/>
              </a:spcBef>
              <a:spcAft>
                <a:spcPts val="0"/>
              </a:spcAft>
              <a:buClr>
                <a:srgbClr val="FFFFFF"/>
              </a:buClr>
              <a:buSzPts val="2400"/>
              <a:buNone/>
              <a:defRPr sz="2400">
                <a:solidFill>
                  <a:srgbClr val="FFFFFF"/>
                </a:solidFill>
              </a:defRPr>
            </a:lvl7pPr>
            <a:lvl8pPr lvl="7">
              <a:lnSpc>
                <a:spcPct val="100000"/>
              </a:lnSpc>
              <a:spcBef>
                <a:spcPts val="0"/>
              </a:spcBef>
              <a:spcAft>
                <a:spcPts val="0"/>
              </a:spcAft>
              <a:buClr>
                <a:srgbClr val="FFFFFF"/>
              </a:buClr>
              <a:buSzPts val="2400"/>
              <a:buNone/>
              <a:defRPr sz="2400">
                <a:solidFill>
                  <a:srgbClr val="FFFFFF"/>
                </a:solidFill>
              </a:defRPr>
            </a:lvl8pPr>
            <a:lvl9pPr lvl="8">
              <a:lnSpc>
                <a:spcPct val="100000"/>
              </a:lnSpc>
              <a:spcBef>
                <a:spcPts val="0"/>
              </a:spcBef>
              <a:spcAft>
                <a:spcPts val="0"/>
              </a:spcAft>
              <a:buClr>
                <a:srgbClr val="FFFFFF"/>
              </a:buClr>
              <a:buSzPts val="2400"/>
              <a:buNone/>
              <a:defRPr sz="2400">
                <a:solidFill>
                  <a:srgbClr val="FFFFFF"/>
                </a:solidFill>
              </a:defRPr>
            </a:lvl9pPr>
          </a:lstStyle>
          <a:p>
            <a:endParaRPr/>
          </a:p>
        </p:txBody>
      </p:sp>
      <p:grpSp>
        <p:nvGrpSpPr>
          <p:cNvPr id="22" name="Google Shape;22;p3"/>
          <p:cNvGrpSpPr/>
          <p:nvPr/>
        </p:nvGrpSpPr>
        <p:grpSpPr>
          <a:xfrm>
            <a:off x="436436" y="354787"/>
            <a:ext cx="4110766" cy="792572"/>
            <a:chOff x="436436" y="354787"/>
            <a:chExt cx="4110766" cy="792572"/>
          </a:xfrm>
        </p:grpSpPr>
        <p:pic>
          <p:nvPicPr>
            <p:cNvPr id="23" name="Google Shape;23;p3"/>
            <p:cNvPicPr preferRelativeResize="0"/>
            <p:nvPr/>
          </p:nvPicPr>
          <p:blipFill>
            <a:blip r:embed="rId2">
              <a:alphaModFix/>
            </a:blip>
            <a:stretch>
              <a:fillRect/>
            </a:stretch>
          </p:blipFill>
          <p:spPr>
            <a:xfrm>
              <a:off x="436436" y="354787"/>
              <a:ext cx="2143991" cy="792572"/>
            </a:xfrm>
            <a:prstGeom prst="rect">
              <a:avLst/>
            </a:prstGeom>
            <a:noFill/>
            <a:ln>
              <a:noFill/>
            </a:ln>
          </p:spPr>
        </p:pic>
        <p:cxnSp>
          <p:nvCxnSpPr>
            <p:cNvPr id="24" name="Google Shape;24;p3"/>
            <p:cNvCxnSpPr/>
            <p:nvPr/>
          </p:nvCxnSpPr>
          <p:spPr>
            <a:xfrm>
              <a:off x="2826477" y="522925"/>
              <a:ext cx="1713600" cy="0"/>
            </a:xfrm>
            <a:prstGeom prst="straightConnector1">
              <a:avLst/>
            </a:prstGeom>
            <a:noFill/>
            <a:ln w="9525" cap="flat" cmpd="sng">
              <a:solidFill>
                <a:srgbClr val="77C046"/>
              </a:solidFill>
              <a:prstDash val="solid"/>
              <a:round/>
              <a:headEnd type="none" w="med" len="med"/>
              <a:tailEnd type="none" w="med" len="med"/>
            </a:ln>
          </p:spPr>
        </p:cxnSp>
        <p:cxnSp>
          <p:nvCxnSpPr>
            <p:cNvPr id="25" name="Google Shape;25;p3"/>
            <p:cNvCxnSpPr/>
            <p:nvPr/>
          </p:nvCxnSpPr>
          <p:spPr>
            <a:xfrm>
              <a:off x="2826477" y="934200"/>
              <a:ext cx="1713600" cy="0"/>
            </a:xfrm>
            <a:prstGeom prst="straightConnector1">
              <a:avLst/>
            </a:prstGeom>
            <a:noFill/>
            <a:ln w="9525" cap="flat" cmpd="sng">
              <a:solidFill>
                <a:srgbClr val="77C046"/>
              </a:solidFill>
              <a:prstDash val="solid"/>
              <a:round/>
              <a:headEnd type="none" w="med" len="med"/>
              <a:tailEnd type="none" w="med" len="med"/>
            </a:ln>
          </p:spPr>
        </p:cxnSp>
        <p:pic>
          <p:nvPicPr>
            <p:cNvPr id="26" name="Google Shape;26;p3"/>
            <p:cNvPicPr preferRelativeResize="0"/>
            <p:nvPr/>
          </p:nvPicPr>
          <p:blipFill rotWithShape="1">
            <a:blip r:embed="rId3">
              <a:alphaModFix/>
            </a:blip>
            <a:srcRect r="9869"/>
            <a:stretch/>
          </p:blipFill>
          <p:spPr>
            <a:xfrm>
              <a:off x="2833625" y="516650"/>
              <a:ext cx="1713577" cy="471601"/>
            </a:xfrm>
            <a:prstGeom prst="rect">
              <a:avLst/>
            </a:prstGeom>
            <a:noFill/>
            <a:ln>
              <a:noFill/>
            </a:ln>
          </p:spPr>
        </p:pic>
      </p:grpSp>
      <p:pic>
        <p:nvPicPr>
          <p:cNvPr id="27" name="Google Shape;27;p3"/>
          <p:cNvPicPr preferRelativeResize="0"/>
          <p:nvPr/>
        </p:nvPicPr>
        <p:blipFill>
          <a:blip r:embed="rId4">
            <a:alphaModFix amt="20000"/>
          </a:blip>
          <a:stretch>
            <a:fillRect/>
          </a:stretch>
        </p:blipFill>
        <p:spPr>
          <a:xfrm>
            <a:off x="7713924" y="3562649"/>
            <a:ext cx="1430076" cy="15808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sldNum" idx="12"/>
          </p:nvPr>
        </p:nvSpPr>
        <p:spPr>
          <a:xfrm>
            <a:off x="8352650" y="4916400"/>
            <a:ext cx="746400" cy="202200"/>
          </a:xfrm>
          <a:prstGeom prst="rect">
            <a:avLst/>
          </a:prstGeom>
        </p:spPr>
        <p:txBody>
          <a:bodyPr spcFirstLastPara="1" wrap="square" lIns="91425" tIns="91425" rIns="91425" bIns="91425" anchor="ctr"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rtl="0">
              <a:spcBef>
                <a:spcPts val="0"/>
              </a:spcBef>
              <a:spcAft>
                <a:spcPts val="0"/>
              </a:spcAft>
              <a:buNone/>
            </a:pPr>
            <a:fld id="{00000000-1234-1234-1234-123412341234}" type="slidenum">
              <a:rPr lang="en"/>
              <a:t>‹Nr.›</a:t>
            </a:fld>
            <a:endParaRPr/>
          </a:p>
        </p:txBody>
      </p:sp>
      <p:sp>
        <p:nvSpPr>
          <p:cNvPr id="30" name="Google Shape;30;p4"/>
          <p:cNvSpPr txBox="1">
            <a:spLocks noGrp="1"/>
          </p:cNvSpPr>
          <p:nvPr>
            <p:ph type="ctrTitle"/>
          </p:nvPr>
        </p:nvSpPr>
        <p:spPr>
          <a:xfrm>
            <a:off x="319500" y="1783775"/>
            <a:ext cx="8505000" cy="1827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400"/>
              <a:buNone/>
              <a:defRPr sz="4400">
                <a:solidFill>
                  <a:srgbClr val="FFFFFF"/>
                </a:solidFill>
              </a:defRPr>
            </a:lvl1pPr>
            <a:lvl2pPr lvl="1" algn="ctr" rtl="0">
              <a:spcBef>
                <a:spcPts val="0"/>
              </a:spcBef>
              <a:spcAft>
                <a:spcPts val="0"/>
              </a:spcAft>
              <a:buClr>
                <a:srgbClr val="FFFFFF"/>
              </a:buClr>
              <a:buSzPts val="4400"/>
              <a:buNone/>
              <a:defRPr sz="4400">
                <a:solidFill>
                  <a:srgbClr val="FFFFFF"/>
                </a:solidFill>
              </a:defRPr>
            </a:lvl2pPr>
            <a:lvl3pPr lvl="2" algn="ctr" rtl="0">
              <a:spcBef>
                <a:spcPts val="0"/>
              </a:spcBef>
              <a:spcAft>
                <a:spcPts val="0"/>
              </a:spcAft>
              <a:buClr>
                <a:srgbClr val="FFFFFF"/>
              </a:buClr>
              <a:buSzPts val="4400"/>
              <a:buNone/>
              <a:defRPr sz="4400">
                <a:solidFill>
                  <a:srgbClr val="FFFFFF"/>
                </a:solidFill>
              </a:defRPr>
            </a:lvl3pPr>
            <a:lvl4pPr lvl="3" algn="ctr" rtl="0">
              <a:spcBef>
                <a:spcPts val="0"/>
              </a:spcBef>
              <a:spcAft>
                <a:spcPts val="0"/>
              </a:spcAft>
              <a:buClr>
                <a:srgbClr val="FFFFFF"/>
              </a:buClr>
              <a:buSzPts val="4400"/>
              <a:buNone/>
              <a:defRPr sz="4400">
                <a:solidFill>
                  <a:srgbClr val="FFFFFF"/>
                </a:solidFill>
              </a:defRPr>
            </a:lvl4pPr>
            <a:lvl5pPr lvl="4" algn="ctr" rtl="0">
              <a:spcBef>
                <a:spcPts val="0"/>
              </a:spcBef>
              <a:spcAft>
                <a:spcPts val="0"/>
              </a:spcAft>
              <a:buClr>
                <a:srgbClr val="FFFFFF"/>
              </a:buClr>
              <a:buSzPts val="4400"/>
              <a:buNone/>
              <a:defRPr sz="4400">
                <a:solidFill>
                  <a:srgbClr val="FFFFFF"/>
                </a:solidFill>
              </a:defRPr>
            </a:lvl5pPr>
            <a:lvl6pPr lvl="5" algn="ctr" rtl="0">
              <a:spcBef>
                <a:spcPts val="0"/>
              </a:spcBef>
              <a:spcAft>
                <a:spcPts val="0"/>
              </a:spcAft>
              <a:buClr>
                <a:srgbClr val="FFFFFF"/>
              </a:buClr>
              <a:buSzPts val="4400"/>
              <a:buNone/>
              <a:defRPr sz="4400">
                <a:solidFill>
                  <a:srgbClr val="FFFFFF"/>
                </a:solidFill>
              </a:defRPr>
            </a:lvl6pPr>
            <a:lvl7pPr lvl="6" algn="ctr" rtl="0">
              <a:spcBef>
                <a:spcPts val="0"/>
              </a:spcBef>
              <a:spcAft>
                <a:spcPts val="0"/>
              </a:spcAft>
              <a:buClr>
                <a:srgbClr val="FFFFFF"/>
              </a:buClr>
              <a:buSzPts val="4400"/>
              <a:buNone/>
              <a:defRPr sz="4400">
                <a:solidFill>
                  <a:srgbClr val="FFFFFF"/>
                </a:solidFill>
              </a:defRPr>
            </a:lvl7pPr>
            <a:lvl8pPr lvl="7" algn="ctr" rtl="0">
              <a:spcBef>
                <a:spcPts val="0"/>
              </a:spcBef>
              <a:spcAft>
                <a:spcPts val="0"/>
              </a:spcAft>
              <a:buClr>
                <a:srgbClr val="FFFFFF"/>
              </a:buClr>
              <a:buSzPts val="4400"/>
              <a:buNone/>
              <a:defRPr sz="4400">
                <a:solidFill>
                  <a:srgbClr val="FFFFFF"/>
                </a:solidFill>
              </a:defRPr>
            </a:lvl8pPr>
            <a:lvl9pPr lvl="8" algn="ctr" rtl="0">
              <a:spcBef>
                <a:spcPts val="0"/>
              </a:spcBef>
              <a:spcAft>
                <a:spcPts val="0"/>
              </a:spcAft>
              <a:buClr>
                <a:srgbClr val="FFFFFF"/>
              </a:buClr>
              <a:buSzPts val="4400"/>
              <a:buNone/>
              <a:defRPr sz="4400">
                <a:solidFill>
                  <a:srgbClr val="FFFFFF"/>
                </a:solidFill>
              </a:defRPr>
            </a:lvl9pPr>
          </a:lstStyle>
          <a:p>
            <a:endParaRPr/>
          </a:p>
        </p:txBody>
      </p:sp>
      <p:pic>
        <p:nvPicPr>
          <p:cNvPr id="31" name="Google Shape;31;p4"/>
          <p:cNvPicPr preferRelativeResize="0"/>
          <p:nvPr/>
        </p:nvPicPr>
        <p:blipFill>
          <a:blip r:embed="rId3">
            <a:alphaModFix/>
          </a:blip>
          <a:stretch>
            <a:fillRect/>
          </a:stretch>
        </p:blipFill>
        <p:spPr>
          <a:xfrm>
            <a:off x="311700" y="4625825"/>
            <a:ext cx="1108789" cy="409874"/>
          </a:xfrm>
          <a:prstGeom prst="rect">
            <a:avLst/>
          </a:prstGeom>
          <a:noFill/>
          <a:ln>
            <a:noFill/>
          </a:ln>
        </p:spPr>
      </p:pic>
      <p:cxnSp>
        <p:nvCxnSpPr>
          <p:cNvPr id="32" name="Google Shape;32;p4"/>
          <p:cNvCxnSpPr/>
          <p:nvPr/>
        </p:nvCxnSpPr>
        <p:spPr>
          <a:xfrm>
            <a:off x="1547734" y="4712777"/>
            <a:ext cx="1108800" cy="0"/>
          </a:xfrm>
          <a:prstGeom prst="straightConnector1">
            <a:avLst/>
          </a:prstGeom>
          <a:noFill/>
          <a:ln w="9525" cap="flat" cmpd="sng">
            <a:solidFill>
              <a:srgbClr val="77C046"/>
            </a:solidFill>
            <a:prstDash val="solid"/>
            <a:round/>
            <a:headEnd type="none" w="med" len="med"/>
            <a:tailEnd type="none" w="med" len="med"/>
          </a:ln>
        </p:spPr>
      </p:cxnSp>
      <p:cxnSp>
        <p:nvCxnSpPr>
          <p:cNvPr id="33" name="Google Shape;33;p4"/>
          <p:cNvCxnSpPr/>
          <p:nvPr/>
        </p:nvCxnSpPr>
        <p:spPr>
          <a:xfrm>
            <a:off x="1547734" y="4925466"/>
            <a:ext cx="1108800" cy="0"/>
          </a:xfrm>
          <a:prstGeom prst="straightConnector1">
            <a:avLst/>
          </a:prstGeom>
          <a:noFill/>
          <a:ln w="9525" cap="flat" cmpd="sng">
            <a:solidFill>
              <a:srgbClr val="77C046"/>
            </a:solidFill>
            <a:prstDash val="solid"/>
            <a:round/>
            <a:headEnd type="none" w="med" len="med"/>
            <a:tailEnd type="none" w="med" len="med"/>
          </a:ln>
        </p:spPr>
      </p:cxnSp>
      <p:pic>
        <p:nvPicPr>
          <p:cNvPr id="34" name="Google Shape;34;p4"/>
          <p:cNvPicPr preferRelativeResize="0"/>
          <p:nvPr/>
        </p:nvPicPr>
        <p:blipFill rotWithShape="1">
          <a:blip r:embed="rId4">
            <a:alphaModFix/>
          </a:blip>
          <a:srcRect r="9869"/>
          <a:stretch/>
        </p:blipFill>
        <p:spPr>
          <a:xfrm>
            <a:off x="1757715" y="4708808"/>
            <a:ext cx="886195" cy="243886"/>
          </a:xfrm>
          <a:prstGeom prst="rect">
            <a:avLst/>
          </a:prstGeom>
          <a:noFill/>
          <a:ln>
            <a:noFill/>
          </a:ln>
        </p:spPr>
      </p:pic>
      <p:pic>
        <p:nvPicPr>
          <p:cNvPr id="35" name="Google Shape;35;p4"/>
          <p:cNvPicPr preferRelativeResize="0"/>
          <p:nvPr/>
        </p:nvPicPr>
        <p:blipFill>
          <a:blip r:embed="rId5">
            <a:alphaModFix/>
          </a:blip>
          <a:stretch>
            <a:fillRect/>
          </a:stretch>
        </p:blipFill>
        <p:spPr>
          <a:xfrm>
            <a:off x="1551432" y="4741548"/>
            <a:ext cx="193934" cy="155144"/>
          </a:xfrm>
          <a:prstGeom prst="rect">
            <a:avLst/>
          </a:prstGeom>
          <a:noFill/>
          <a:ln>
            <a:noFill/>
          </a:ln>
        </p:spPr>
      </p:pic>
      <p:pic>
        <p:nvPicPr>
          <p:cNvPr id="36" name="Google Shape;36;p4"/>
          <p:cNvPicPr preferRelativeResize="0"/>
          <p:nvPr/>
        </p:nvPicPr>
        <p:blipFill>
          <a:blip r:embed="rId6">
            <a:alphaModFix amt="20000"/>
          </a:blip>
          <a:stretch>
            <a:fillRect/>
          </a:stretch>
        </p:blipFill>
        <p:spPr>
          <a:xfrm>
            <a:off x="7713924" y="3562649"/>
            <a:ext cx="1430076" cy="15808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
        <p:cNvGrpSpPr/>
        <p:nvPr/>
      </p:nvGrpSpPr>
      <p:grpSpPr>
        <a:xfrm>
          <a:off x="0" y="0"/>
          <a:ext cx="0" cy="0"/>
          <a:chOff x="0" y="0"/>
          <a:chExt cx="0" cy="0"/>
        </a:xfrm>
      </p:grpSpPr>
      <p:pic>
        <p:nvPicPr>
          <p:cNvPr id="38" name="Google Shape;38;p5"/>
          <p:cNvPicPr preferRelativeResize="0"/>
          <p:nvPr/>
        </p:nvPicPr>
        <p:blipFill>
          <a:blip r:embed="rId2">
            <a:alphaModFix amt="20000"/>
          </a:blip>
          <a:stretch>
            <a:fillRect/>
          </a:stretch>
        </p:blipFill>
        <p:spPr>
          <a:xfrm>
            <a:off x="5013175" y="577152"/>
            <a:ext cx="4130825" cy="4566350"/>
          </a:xfrm>
          <a:prstGeom prst="rect">
            <a:avLst/>
          </a:prstGeom>
          <a:noFill/>
          <a:ln>
            <a:noFill/>
          </a:ln>
        </p:spPr>
      </p:pic>
      <p:sp>
        <p:nvSpPr>
          <p:cNvPr id="39" name="Google Shape;39;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5"/>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a:endParaRPr/>
          </a:p>
        </p:txBody>
      </p:sp>
      <p:sp>
        <p:nvSpPr>
          <p:cNvPr id="41" name="Google Shape;41;p5"/>
          <p:cNvSpPr txBox="1">
            <a:spLocks noGrp="1"/>
          </p:cNvSpPr>
          <p:nvPr>
            <p:ph type="sldNum" idx="12"/>
          </p:nvPr>
        </p:nvSpPr>
        <p:spPr>
          <a:xfrm>
            <a:off x="8638650" y="4892775"/>
            <a:ext cx="505200" cy="2520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pic>
        <p:nvPicPr>
          <p:cNvPr id="42" name="Google Shape;42;p5"/>
          <p:cNvPicPr preferRelativeResize="0"/>
          <p:nvPr/>
        </p:nvPicPr>
        <p:blipFill>
          <a:blip r:embed="rId3">
            <a:alphaModFix/>
          </a:blip>
          <a:stretch>
            <a:fillRect/>
          </a:stretch>
        </p:blipFill>
        <p:spPr>
          <a:xfrm>
            <a:off x="311700" y="4618171"/>
            <a:ext cx="1108749" cy="409880"/>
          </a:xfrm>
          <a:prstGeom prst="rect">
            <a:avLst/>
          </a:prstGeom>
          <a:noFill/>
          <a:ln>
            <a:noFill/>
          </a:ln>
        </p:spPr>
      </p:pic>
      <p:pic>
        <p:nvPicPr>
          <p:cNvPr id="43" name="Google Shape;43;p5"/>
          <p:cNvPicPr preferRelativeResize="0"/>
          <p:nvPr/>
        </p:nvPicPr>
        <p:blipFill rotWithShape="1">
          <a:blip r:embed="rId4">
            <a:alphaModFix/>
          </a:blip>
          <a:srcRect r="9812"/>
          <a:stretch/>
        </p:blipFill>
        <p:spPr>
          <a:xfrm>
            <a:off x="1851001" y="4700900"/>
            <a:ext cx="901525" cy="247950"/>
          </a:xfrm>
          <a:prstGeom prst="rect">
            <a:avLst/>
          </a:prstGeom>
          <a:noFill/>
          <a:ln>
            <a:noFill/>
          </a:ln>
        </p:spPr>
      </p:pic>
      <p:cxnSp>
        <p:nvCxnSpPr>
          <p:cNvPr id="44" name="Google Shape;44;p5"/>
          <p:cNvCxnSpPr/>
          <p:nvPr/>
        </p:nvCxnSpPr>
        <p:spPr>
          <a:xfrm>
            <a:off x="1626548" y="4697350"/>
            <a:ext cx="1125600" cy="0"/>
          </a:xfrm>
          <a:prstGeom prst="straightConnector1">
            <a:avLst/>
          </a:prstGeom>
          <a:noFill/>
          <a:ln w="9525" cap="flat" cmpd="sng">
            <a:solidFill>
              <a:srgbClr val="77C046"/>
            </a:solidFill>
            <a:prstDash val="solid"/>
            <a:round/>
            <a:headEnd type="none" w="med" len="med"/>
            <a:tailEnd type="none" w="med" len="med"/>
          </a:ln>
        </p:spPr>
      </p:cxnSp>
      <p:cxnSp>
        <p:nvCxnSpPr>
          <p:cNvPr id="45" name="Google Shape;45;p5"/>
          <p:cNvCxnSpPr/>
          <p:nvPr/>
        </p:nvCxnSpPr>
        <p:spPr>
          <a:xfrm>
            <a:off x="1626978" y="4928525"/>
            <a:ext cx="1125600" cy="0"/>
          </a:xfrm>
          <a:prstGeom prst="straightConnector1">
            <a:avLst/>
          </a:prstGeom>
          <a:noFill/>
          <a:ln w="9525" cap="flat" cmpd="sng">
            <a:solidFill>
              <a:srgbClr val="77C046"/>
            </a:solidFill>
            <a:prstDash val="solid"/>
            <a:round/>
            <a:headEnd type="none" w="med" len="med"/>
            <a:tailEnd type="none" w="med" len="med"/>
          </a:ln>
        </p:spPr>
      </p:cxnSp>
      <p:pic>
        <p:nvPicPr>
          <p:cNvPr id="46" name="Google Shape;46;p5"/>
          <p:cNvPicPr preferRelativeResize="0"/>
          <p:nvPr/>
        </p:nvPicPr>
        <p:blipFill>
          <a:blip r:embed="rId5">
            <a:alphaModFix/>
          </a:blip>
          <a:stretch>
            <a:fillRect/>
          </a:stretch>
        </p:blipFill>
        <p:spPr>
          <a:xfrm>
            <a:off x="1626557" y="4745523"/>
            <a:ext cx="193934" cy="15514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434343"/>
              </a:buClr>
              <a:buSzPts val="2800"/>
              <a:buNone/>
              <a:defRPr sz="2800">
                <a:solidFill>
                  <a:srgbClr val="434343"/>
                </a:solidFill>
              </a:defRPr>
            </a:lvl1pPr>
            <a:lvl2pPr lvl="1">
              <a:spcBef>
                <a:spcPts val="0"/>
              </a:spcBef>
              <a:spcAft>
                <a:spcPts val="0"/>
              </a:spcAft>
              <a:buClr>
                <a:srgbClr val="434343"/>
              </a:buClr>
              <a:buSzPts val="2800"/>
              <a:buNone/>
              <a:defRPr sz="2800">
                <a:solidFill>
                  <a:srgbClr val="434343"/>
                </a:solidFill>
              </a:defRPr>
            </a:lvl2pPr>
            <a:lvl3pPr lvl="2">
              <a:spcBef>
                <a:spcPts val="0"/>
              </a:spcBef>
              <a:spcAft>
                <a:spcPts val="0"/>
              </a:spcAft>
              <a:buClr>
                <a:srgbClr val="434343"/>
              </a:buClr>
              <a:buSzPts val="2800"/>
              <a:buNone/>
              <a:defRPr sz="2800">
                <a:solidFill>
                  <a:srgbClr val="434343"/>
                </a:solidFill>
              </a:defRPr>
            </a:lvl3pPr>
            <a:lvl4pPr lvl="3">
              <a:spcBef>
                <a:spcPts val="0"/>
              </a:spcBef>
              <a:spcAft>
                <a:spcPts val="0"/>
              </a:spcAft>
              <a:buClr>
                <a:srgbClr val="434343"/>
              </a:buClr>
              <a:buSzPts val="2800"/>
              <a:buNone/>
              <a:defRPr sz="2800">
                <a:solidFill>
                  <a:srgbClr val="434343"/>
                </a:solidFill>
              </a:defRPr>
            </a:lvl4pPr>
            <a:lvl5pPr lvl="4">
              <a:spcBef>
                <a:spcPts val="0"/>
              </a:spcBef>
              <a:spcAft>
                <a:spcPts val="0"/>
              </a:spcAft>
              <a:buClr>
                <a:srgbClr val="434343"/>
              </a:buClr>
              <a:buSzPts val="2800"/>
              <a:buNone/>
              <a:defRPr sz="2800">
                <a:solidFill>
                  <a:srgbClr val="434343"/>
                </a:solidFill>
              </a:defRPr>
            </a:lvl5pPr>
            <a:lvl6pPr lvl="5">
              <a:spcBef>
                <a:spcPts val="0"/>
              </a:spcBef>
              <a:spcAft>
                <a:spcPts val="0"/>
              </a:spcAft>
              <a:buClr>
                <a:srgbClr val="434343"/>
              </a:buClr>
              <a:buSzPts val="2800"/>
              <a:buNone/>
              <a:defRPr sz="2800">
                <a:solidFill>
                  <a:srgbClr val="434343"/>
                </a:solidFill>
              </a:defRPr>
            </a:lvl6pPr>
            <a:lvl7pPr lvl="6">
              <a:spcBef>
                <a:spcPts val="0"/>
              </a:spcBef>
              <a:spcAft>
                <a:spcPts val="0"/>
              </a:spcAft>
              <a:buClr>
                <a:srgbClr val="434343"/>
              </a:buClr>
              <a:buSzPts val="2800"/>
              <a:buNone/>
              <a:defRPr sz="2800">
                <a:solidFill>
                  <a:srgbClr val="434343"/>
                </a:solidFill>
              </a:defRPr>
            </a:lvl7pPr>
            <a:lvl8pPr lvl="7">
              <a:spcBef>
                <a:spcPts val="0"/>
              </a:spcBef>
              <a:spcAft>
                <a:spcPts val="0"/>
              </a:spcAft>
              <a:buClr>
                <a:srgbClr val="434343"/>
              </a:buClr>
              <a:buSzPts val="2800"/>
              <a:buNone/>
              <a:defRPr sz="2800">
                <a:solidFill>
                  <a:srgbClr val="434343"/>
                </a:solidFill>
              </a:defRPr>
            </a:lvl8pPr>
            <a:lvl9pPr lvl="8">
              <a:spcBef>
                <a:spcPts val="0"/>
              </a:spcBef>
              <a:spcAft>
                <a:spcPts val="0"/>
              </a:spcAft>
              <a:buClr>
                <a:srgbClr val="434343"/>
              </a:buClr>
              <a:buSzPts val="2800"/>
              <a:buNone/>
              <a:defRPr sz="2800">
                <a:solidFill>
                  <a:srgbClr val="434343"/>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4000"/>
              </a:lnSpc>
              <a:spcBef>
                <a:spcPts val="0"/>
              </a:spcBef>
              <a:spcAft>
                <a:spcPts val="0"/>
              </a:spcAft>
              <a:buClr>
                <a:srgbClr val="434343"/>
              </a:buClr>
              <a:buSzPts val="1800"/>
              <a:buChar char="●"/>
              <a:defRPr sz="1800">
                <a:solidFill>
                  <a:srgbClr val="434343"/>
                </a:solidFill>
              </a:defRPr>
            </a:lvl1pPr>
            <a:lvl2pPr marL="914400" lvl="1" indent="-317500">
              <a:lnSpc>
                <a:spcPct val="114000"/>
              </a:lnSpc>
              <a:spcBef>
                <a:spcPts val="800"/>
              </a:spcBef>
              <a:spcAft>
                <a:spcPts val="0"/>
              </a:spcAft>
              <a:buClr>
                <a:srgbClr val="434343"/>
              </a:buClr>
              <a:buSzPts val="1400"/>
              <a:buChar char="○"/>
              <a:defRPr>
                <a:solidFill>
                  <a:srgbClr val="434343"/>
                </a:solidFill>
              </a:defRPr>
            </a:lvl2pPr>
            <a:lvl3pPr marL="1371600" lvl="2" indent="-317500">
              <a:lnSpc>
                <a:spcPct val="114000"/>
              </a:lnSpc>
              <a:spcBef>
                <a:spcPts val="800"/>
              </a:spcBef>
              <a:spcAft>
                <a:spcPts val="0"/>
              </a:spcAft>
              <a:buClr>
                <a:srgbClr val="434343"/>
              </a:buClr>
              <a:buSzPts val="1400"/>
              <a:buChar char="■"/>
              <a:defRPr>
                <a:solidFill>
                  <a:srgbClr val="434343"/>
                </a:solidFill>
              </a:defRPr>
            </a:lvl3pPr>
            <a:lvl4pPr marL="1828800" lvl="3" indent="-317500">
              <a:lnSpc>
                <a:spcPct val="114000"/>
              </a:lnSpc>
              <a:spcBef>
                <a:spcPts val="800"/>
              </a:spcBef>
              <a:spcAft>
                <a:spcPts val="0"/>
              </a:spcAft>
              <a:buClr>
                <a:srgbClr val="434343"/>
              </a:buClr>
              <a:buSzPts val="1400"/>
              <a:buChar char="●"/>
              <a:defRPr>
                <a:solidFill>
                  <a:srgbClr val="434343"/>
                </a:solidFill>
              </a:defRPr>
            </a:lvl4pPr>
            <a:lvl5pPr marL="2286000" lvl="4" indent="-317500">
              <a:lnSpc>
                <a:spcPct val="114000"/>
              </a:lnSpc>
              <a:spcBef>
                <a:spcPts val="800"/>
              </a:spcBef>
              <a:spcAft>
                <a:spcPts val="0"/>
              </a:spcAft>
              <a:buClr>
                <a:srgbClr val="434343"/>
              </a:buClr>
              <a:buSzPts val="1400"/>
              <a:buChar char="○"/>
              <a:defRPr>
                <a:solidFill>
                  <a:srgbClr val="434343"/>
                </a:solidFill>
              </a:defRPr>
            </a:lvl5pPr>
            <a:lvl6pPr marL="2743200" lvl="5" indent="-317500">
              <a:lnSpc>
                <a:spcPct val="114000"/>
              </a:lnSpc>
              <a:spcBef>
                <a:spcPts val="800"/>
              </a:spcBef>
              <a:spcAft>
                <a:spcPts val="0"/>
              </a:spcAft>
              <a:buClr>
                <a:srgbClr val="434343"/>
              </a:buClr>
              <a:buSzPts val="1400"/>
              <a:buChar char="■"/>
              <a:defRPr>
                <a:solidFill>
                  <a:srgbClr val="434343"/>
                </a:solidFill>
              </a:defRPr>
            </a:lvl6pPr>
            <a:lvl7pPr marL="3200400" lvl="6" indent="-317500">
              <a:lnSpc>
                <a:spcPct val="114000"/>
              </a:lnSpc>
              <a:spcBef>
                <a:spcPts val="800"/>
              </a:spcBef>
              <a:spcAft>
                <a:spcPts val="0"/>
              </a:spcAft>
              <a:buClr>
                <a:srgbClr val="434343"/>
              </a:buClr>
              <a:buSzPts val="1400"/>
              <a:buChar char="●"/>
              <a:defRPr>
                <a:solidFill>
                  <a:srgbClr val="434343"/>
                </a:solidFill>
              </a:defRPr>
            </a:lvl7pPr>
            <a:lvl8pPr marL="3657600" lvl="7" indent="-317500">
              <a:lnSpc>
                <a:spcPct val="114000"/>
              </a:lnSpc>
              <a:spcBef>
                <a:spcPts val="800"/>
              </a:spcBef>
              <a:spcAft>
                <a:spcPts val="0"/>
              </a:spcAft>
              <a:buClr>
                <a:srgbClr val="434343"/>
              </a:buClr>
              <a:buSzPts val="1400"/>
              <a:buChar char="○"/>
              <a:defRPr>
                <a:solidFill>
                  <a:srgbClr val="434343"/>
                </a:solidFill>
              </a:defRPr>
            </a:lvl8pPr>
            <a:lvl9pPr marL="4114800" lvl="8" indent="-317500">
              <a:lnSpc>
                <a:spcPct val="114000"/>
              </a:lnSpc>
              <a:spcBef>
                <a:spcPts val="800"/>
              </a:spcBef>
              <a:spcAft>
                <a:spcPts val="800"/>
              </a:spcAft>
              <a:buClr>
                <a:srgbClr val="434343"/>
              </a:buClr>
              <a:buSzPts val="1400"/>
              <a:buChar char="■"/>
              <a:defRPr>
                <a:solidFill>
                  <a:srgbClr val="434343"/>
                </a:solidFill>
              </a:defRPr>
            </a:lvl9pPr>
          </a:lstStyle>
          <a:p>
            <a:endParaRPr/>
          </a:p>
        </p:txBody>
      </p:sp>
      <p:sp>
        <p:nvSpPr>
          <p:cNvPr id="8" name="Google Shape;8;p1"/>
          <p:cNvSpPr txBox="1">
            <a:spLocks noGrp="1"/>
          </p:cNvSpPr>
          <p:nvPr>
            <p:ph type="sldNum" idx="12"/>
          </p:nvPr>
        </p:nvSpPr>
        <p:spPr>
          <a:xfrm>
            <a:off x="192875" y="4404325"/>
            <a:ext cx="311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elisa-tech/wg-aerospace"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elisa-tech/wg-aerospace/discussions/94"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elisa-tech/wg-aerospace/discussions/100"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elisa-tech/wg-aerospace/discussions/101"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elisa-tech/wg-aerospace/discussions/102"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elisa-tech/wg-aerospace/discussions/103"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elisa-tech/wg-aerospace/discussions/105"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7"/>
        <p:cNvGrpSpPr/>
        <p:nvPr/>
      </p:nvGrpSpPr>
      <p:grpSpPr>
        <a:xfrm>
          <a:off x="0" y="0"/>
          <a:ext cx="0" cy="0"/>
          <a:chOff x="0" y="0"/>
          <a:chExt cx="0" cy="0"/>
        </a:xfrm>
      </p:grpSpPr>
      <p:sp>
        <p:nvSpPr>
          <p:cNvPr id="68" name="Google Shape;68;p9"/>
          <p:cNvSpPr txBox="1">
            <a:spLocks noGrp="1"/>
          </p:cNvSpPr>
          <p:nvPr>
            <p:ph type="ctrTitle"/>
          </p:nvPr>
        </p:nvSpPr>
        <p:spPr>
          <a:xfrm>
            <a:off x="605700" y="1836625"/>
            <a:ext cx="4401000" cy="976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ELISA Workshop</a:t>
            </a:r>
            <a:br>
              <a:rPr lang="en" dirty="0"/>
            </a:br>
            <a:r>
              <a:rPr lang="en" dirty="0"/>
              <a:t>Munich, Germany</a:t>
            </a:r>
            <a:endParaRPr dirty="0"/>
          </a:p>
        </p:txBody>
      </p:sp>
      <p:sp>
        <p:nvSpPr>
          <p:cNvPr id="69" name="Google Shape;69;p9"/>
          <p:cNvSpPr txBox="1">
            <a:spLocks noGrp="1"/>
          </p:cNvSpPr>
          <p:nvPr>
            <p:ph type="subTitle" idx="1"/>
          </p:nvPr>
        </p:nvSpPr>
        <p:spPr>
          <a:xfrm>
            <a:off x="605650" y="2948525"/>
            <a:ext cx="4401000" cy="1413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November 18-20, 2025</a:t>
            </a:r>
            <a:endParaRPr dirty="0"/>
          </a:p>
          <a:p>
            <a:pPr marL="0" lvl="0" indent="0" algn="l" rtl="0">
              <a:spcBef>
                <a:spcPts val="0"/>
              </a:spcBef>
              <a:spcAft>
                <a:spcPts val="0"/>
              </a:spcAft>
              <a:buNone/>
            </a:pPr>
            <a:r>
              <a:rPr lang="en" dirty="0"/>
              <a:t>Co-hosted with Red Hat</a:t>
            </a:r>
            <a:endParaRPr dirty="0"/>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73"/>
        <p:cNvGrpSpPr/>
        <p:nvPr/>
      </p:nvGrpSpPr>
      <p:grpSpPr>
        <a:xfrm>
          <a:off x="0" y="0"/>
          <a:ext cx="0" cy="0"/>
          <a:chOff x="0" y="0"/>
          <a:chExt cx="0" cy="0"/>
        </a:xfrm>
      </p:grpSpPr>
      <p:sp>
        <p:nvSpPr>
          <p:cNvPr id="74" name="Google Shape;74;p10"/>
          <p:cNvSpPr txBox="1">
            <a:spLocks noGrp="1"/>
          </p:cNvSpPr>
          <p:nvPr>
            <p:ph type="ctrTitle"/>
          </p:nvPr>
        </p:nvSpPr>
        <p:spPr>
          <a:xfrm>
            <a:off x="319500" y="1783775"/>
            <a:ext cx="8505000" cy="182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b="1" dirty="0"/>
              <a:t>Research questions and publication directions of Aerospace WG</a:t>
            </a:r>
            <a:endParaRPr dirty="0"/>
          </a:p>
        </p:txBody>
      </p:sp>
      <p:sp>
        <p:nvSpPr>
          <p:cNvPr id="75" name="Google Shape;75;p10"/>
          <p:cNvSpPr txBox="1"/>
          <p:nvPr/>
        </p:nvSpPr>
        <p:spPr>
          <a:xfrm>
            <a:off x="3377100" y="4804800"/>
            <a:ext cx="2389800" cy="33870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 sz="1000" i="1">
                <a:solidFill>
                  <a:srgbClr val="999999"/>
                </a:solidFill>
              </a:rPr>
              <a:t>Work in Progress - License: CC-BY-4.0</a:t>
            </a:r>
            <a:endParaRPr sz="600">
              <a:solidFill>
                <a:srgbClr val="99999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Introduction</a:t>
            </a:r>
          </a:p>
        </p:txBody>
      </p:sp>
      <p:sp>
        <p:nvSpPr>
          <p:cNvPr id="81" name="Google Shape;81;p11"/>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dirty="0"/>
              <a:t>Talk given by:</a:t>
            </a:r>
          </a:p>
          <a:p>
            <a:pPr marL="285750" indent="-285750">
              <a:spcAft>
                <a:spcPts val="800"/>
              </a:spcAft>
            </a:pPr>
            <a:r>
              <a:rPr lang="en-GB" dirty="0"/>
              <a:t>Martin Halle, Hamburg University of Technology, Germany</a:t>
            </a:r>
          </a:p>
          <a:p>
            <a:pPr marL="285750" indent="-285750">
              <a:spcAft>
                <a:spcPts val="800"/>
              </a:spcAft>
            </a:pPr>
            <a:r>
              <a:rPr lang="en-GB" dirty="0"/>
              <a:t>Aero-WG Co-Chair</a:t>
            </a:r>
          </a:p>
          <a:p>
            <a:pPr marL="0" indent="0">
              <a:spcAft>
                <a:spcPts val="800"/>
              </a:spcAft>
              <a:buNone/>
            </a:pPr>
            <a:endParaRPr lang="en-GB" dirty="0"/>
          </a:p>
          <a:p>
            <a:pPr marL="0" indent="0">
              <a:spcAft>
                <a:spcPts val="800"/>
              </a:spcAft>
              <a:buNone/>
            </a:pPr>
            <a:r>
              <a:rPr lang="en-GB" dirty="0"/>
              <a:t>Topic about findings in Aero-WG that could lead to </a:t>
            </a:r>
            <a:r>
              <a:rPr lang="en-GB"/>
              <a:t>insights through White-Papers.</a:t>
            </a:r>
            <a:endParaRPr lang="en-GB" dirty="0"/>
          </a:p>
          <a:p>
            <a:pPr marL="0" indent="0">
              <a:spcAft>
                <a:spcPts val="800"/>
              </a:spcAft>
              <a:buNone/>
            </a:pPr>
            <a:r>
              <a:rPr lang="en-GB" dirty="0">
                <a:sym typeface="Wingdings" panose="05000000000000000000" pitchFamily="2" charset="2"/>
              </a:rPr>
              <a:t>Seeking for </a:t>
            </a:r>
            <a:r>
              <a:rPr lang="en-GB" b="1" dirty="0">
                <a:sym typeface="Wingdings" panose="05000000000000000000" pitchFamily="2" charset="2"/>
              </a:rPr>
              <a:t>serious experts and contributors</a:t>
            </a:r>
            <a:r>
              <a:rPr lang="en-GB" dirty="0">
                <a:sym typeface="Wingdings" panose="05000000000000000000" pitchFamily="2" charset="2"/>
              </a:rPr>
              <a:t> </a:t>
            </a:r>
            <a:r>
              <a:rPr lang="en-GB" i="1" dirty="0">
                <a:sym typeface="Wingdings" panose="05000000000000000000" pitchFamily="2" charset="2"/>
              </a:rPr>
              <a:t>across ELISA</a:t>
            </a:r>
            <a:r>
              <a:rPr lang="en-GB" dirty="0">
                <a:sym typeface="Wingdings" panose="05000000000000000000" pitchFamily="2" charset="2"/>
              </a:rPr>
              <a:t> to support!</a:t>
            </a:r>
            <a:endParaRPr lang="en-GB" dirty="0"/>
          </a:p>
          <a:p>
            <a:pPr marL="285750" indent="-285750">
              <a:spcAft>
                <a:spcPts val="800"/>
              </a:spcAft>
            </a:pPr>
            <a:r>
              <a:rPr lang="en-GB" dirty="0"/>
              <a:t>See: </a:t>
            </a:r>
            <a:r>
              <a:rPr lang="en-GB" dirty="0">
                <a:hlinkClick r:id="rId3"/>
              </a:rPr>
              <a:t>https://github.com/elisa-tech/wg-aerospace</a:t>
            </a:r>
            <a:endParaRPr lang="en-GB" dirty="0"/>
          </a:p>
        </p:txBody>
      </p:sp>
      <p:sp>
        <p:nvSpPr>
          <p:cNvPr id="82" name="Google Shape;82;p11"/>
          <p:cNvSpPr txBox="1"/>
          <p:nvPr/>
        </p:nvSpPr>
        <p:spPr>
          <a:xfrm>
            <a:off x="3377100" y="4804800"/>
            <a:ext cx="2389800" cy="46266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GB" sz="1000" i="1">
                <a:solidFill>
                  <a:srgbClr val="B7B7B7"/>
                </a:solidFill>
              </a:rPr>
              <a:t>Work in Progress - License: CC-BY-4.0</a:t>
            </a:r>
            <a:endParaRPr lang="en-GB" sz="600">
              <a:solidFill>
                <a:srgbClr val="B7B7B7"/>
              </a:solidFill>
            </a:endParaRPr>
          </a:p>
        </p:txBody>
      </p:sp>
    </p:spTree>
    <p:extLst>
      <p:ext uri="{BB962C8B-B14F-4D97-AF65-F5344CB8AC3E}">
        <p14:creationId xmlns:p14="http://schemas.microsoft.com/office/powerpoint/2010/main" val="1196206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400" dirty="0"/>
              <a:t>Paper Idea #1: </a:t>
            </a:r>
            <a:r>
              <a:rPr lang="en-US" sz="2400" dirty="0"/>
              <a:t>Survey paper on Linux for Aerospace</a:t>
            </a:r>
            <a:endParaRPr lang="en-GB" sz="2400" dirty="0"/>
          </a:p>
        </p:txBody>
      </p:sp>
      <p:sp>
        <p:nvSpPr>
          <p:cNvPr id="81" name="Google Shape;81;p11"/>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dirty="0"/>
              <a:t>Content:</a:t>
            </a:r>
          </a:p>
          <a:p>
            <a:pPr marL="285750" indent="-285750">
              <a:spcAft>
                <a:spcPts val="800"/>
              </a:spcAft>
            </a:pPr>
            <a:r>
              <a:rPr lang="en-US" dirty="0"/>
              <a:t>Literature review, </a:t>
            </a:r>
            <a:r>
              <a:rPr lang="en-US" i="1" dirty="0"/>
              <a:t>limited to Aerospace (Civil/Military)</a:t>
            </a:r>
            <a:r>
              <a:rPr lang="en-US" dirty="0"/>
              <a:t> and…</a:t>
            </a:r>
          </a:p>
          <a:p>
            <a:pPr marL="285750" indent="-285750">
              <a:spcAft>
                <a:spcPts val="800"/>
              </a:spcAft>
            </a:pPr>
            <a:r>
              <a:rPr lang="en-US" dirty="0"/>
              <a:t>…its specific needs.</a:t>
            </a:r>
          </a:p>
          <a:p>
            <a:pPr marL="285750" indent="-285750">
              <a:spcAft>
                <a:spcPts val="800"/>
              </a:spcAft>
            </a:pPr>
            <a:r>
              <a:rPr lang="en-US" dirty="0"/>
              <a:t>Usually more “restricted nature”.</a:t>
            </a:r>
          </a:p>
          <a:p>
            <a:pPr marL="285750" indent="-285750">
              <a:spcAft>
                <a:spcPts val="800"/>
              </a:spcAft>
            </a:pPr>
            <a:r>
              <a:rPr lang="en-US" dirty="0"/>
              <a:t>Survey papers tends to have </a:t>
            </a:r>
            <a:r>
              <a:rPr lang="en-US" i="1" dirty="0"/>
              <a:t>a lot of literature references</a:t>
            </a:r>
            <a:r>
              <a:rPr lang="en-US" dirty="0"/>
              <a:t> usually.</a:t>
            </a:r>
            <a:endParaRPr lang="en-GB" dirty="0"/>
          </a:p>
          <a:p>
            <a:pPr marL="0" indent="0">
              <a:spcAft>
                <a:spcPts val="800"/>
              </a:spcAft>
              <a:buNone/>
            </a:pPr>
            <a:r>
              <a:rPr lang="en-GB" dirty="0"/>
              <a:t>Vote on:</a:t>
            </a:r>
          </a:p>
          <a:p>
            <a:pPr marL="0" indent="0">
              <a:spcAft>
                <a:spcPts val="800"/>
              </a:spcAft>
              <a:buNone/>
            </a:pPr>
            <a:r>
              <a:rPr lang="en-GB" dirty="0">
                <a:sym typeface="Wingdings" panose="05000000000000000000" pitchFamily="2" charset="2"/>
                <a:hlinkClick r:id="rId3"/>
              </a:rPr>
              <a:t>https://github.com/elisa-tech/wg-aerospace/discussions/94</a:t>
            </a:r>
            <a:endParaRPr lang="en-GB" dirty="0">
              <a:sym typeface="Wingdings" panose="05000000000000000000" pitchFamily="2" charset="2"/>
            </a:endParaRPr>
          </a:p>
        </p:txBody>
      </p:sp>
      <p:sp>
        <p:nvSpPr>
          <p:cNvPr id="82" name="Google Shape;82;p11"/>
          <p:cNvSpPr txBox="1"/>
          <p:nvPr/>
        </p:nvSpPr>
        <p:spPr>
          <a:xfrm>
            <a:off x="3377100" y="4804800"/>
            <a:ext cx="2389800" cy="46266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GB" sz="1000" i="1">
                <a:solidFill>
                  <a:srgbClr val="B7B7B7"/>
                </a:solidFill>
              </a:rPr>
              <a:t>Work in Progress - License: CC-BY-4.0</a:t>
            </a:r>
            <a:endParaRPr lang="en-GB" sz="600">
              <a:solidFill>
                <a:srgbClr val="B7B7B7"/>
              </a:solidFill>
            </a:endParaRPr>
          </a:p>
        </p:txBody>
      </p:sp>
      <p:pic>
        <p:nvPicPr>
          <p:cNvPr id="3" name="Grafik 2">
            <a:extLst>
              <a:ext uri="{FF2B5EF4-FFF2-40B4-BE49-F238E27FC236}">
                <a16:creationId xmlns:a16="http://schemas.microsoft.com/office/drawing/2014/main" id="{F0C75C71-026C-4D2F-98F8-FBC0823C5B4D}"/>
              </a:ext>
            </a:extLst>
          </p:cNvPr>
          <p:cNvPicPr>
            <a:picLocks noChangeAspect="1"/>
          </p:cNvPicPr>
          <p:nvPr/>
        </p:nvPicPr>
        <p:blipFill>
          <a:blip r:embed="rId4"/>
          <a:stretch>
            <a:fillRect/>
          </a:stretch>
        </p:blipFill>
        <p:spPr>
          <a:xfrm>
            <a:off x="7272000" y="3276000"/>
            <a:ext cx="1800000" cy="180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400" dirty="0"/>
              <a:t>Paper Idea #2: </a:t>
            </a:r>
            <a:r>
              <a:rPr lang="en-US" sz="2400" dirty="0"/>
              <a:t>Survey paper on Linux in Space</a:t>
            </a:r>
            <a:endParaRPr lang="en-GB" sz="2400" dirty="0"/>
          </a:p>
        </p:txBody>
      </p:sp>
      <p:sp>
        <p:nvSpPr>
          <p:cNvPr id="81" name="Google Shape;81;p11"/>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dirty="0"/>
              <a:t>Content:</a:t>
            </a:r>
          </a:p>
          <a:p>
            <a:pPr marL="285750" indent="-285750">
              <a:spcAft>
                <a:spcPts val="800"/>
              </a:spcAft>
            </a:pPr>
            <a:r>
              <a:rPr lang="en-US" dirty="0"/>
              <a:t>Literature review, </a:t>
            </a:r>
            <a:r>
              <a:rPr lang="en-US" i="1" dirty="0"/>
              <a:t>limited to Space (Manned/Unmanned)</a:t>
            </a:r>
            <a:r>
              <a:rPr lang="en-US" dirty="0"/>
              <a:t> and…</a:t>
            </a:r>
          </a:p>
          <a:p>
            <a:pPr marL="285750" indent="-285750">
              <a:spcAft>
                <a:spcPts val="800"/>
              </a:spcAft>
            </a:pPr>
            <a:r>
              <a:rPr lang="en-US" dirty="0"/>
              <a:t>…its specific needs, esp. defined through missions.</a:t>
            </a:r>
          </a:p>
          <a:p>
            <a:pPr marL="285750" indent="-285750">
              <a:spcAft>
                <a:spcPts val="800"/>
              </a:spcAft>
            </a:pPr>
            <a:r>
              <a:rPr lang="en-US" dirty="0"/>
              <a:t>More “Open Source nature”</a:t>
            </a:r>
          </a:p>
          <a:p>
            <a:pPr marL="285750" indent="-285750">
              <a:spcAft>
                <a:spcPts val="800"/>
              </a:spcAft>
            </a:pPr>
            <a:r>
              <a:rPr lang="en-US" dirty="0"/>
              <a:t>Survey papers tends to have </a:t>
            </a:r>
            <a:r>
              <a:rPr lang="en-US" i="1" dirty="0"/>
              <a:t>a lot of literature references</a:t>
            </a:r>
            <a:r>
              <a:rPr lang="en-US" dirty="0"/>
              <a:t> usually.</a:t>
            </a:r>
            <a:endParaRPr lang="en-GB" dirty="0"/>
          </a:p>
          <a:p>
            <a:pPr marL="0" indent="0">
              <a:spcAft>
                <a:spcPts val="800"/>
              </a:spcAft>
              <a:buNone/>
            </a:pPr>
            <a:r>
              <a:rPr lang="en-GB" dirty="0"/>
              <a:t>Vote on:</a:t>
            </a:r>
          </a:p>
          <a:p>
            <a:pPr marL="0" indent="0">
              <a:spcAft>
                <a:spcPts val="800"/>
              </a:spcAft>
              <a:buNone/>
            </a:pPr>
            <a:r>
              <a:rPr lang="en-GB" dirty="0">
                <a:sym typeface="Wingdings" panose="05000000000000000000" pitchFamily="2" charset="2"/>
                <a:hlinkClick r:id="rId3"/>
              </a:rPr>
              <a:t>https://github.com/elisa-tech/wg-aerospace/discussions/100</a:t>
            </a:r>
            <a:endParaRPr lang="en-GB" dirty="0">
              <a:sym typeface="Wingdings" panose="05000000000000000000" pitchFamily="2" charset="2"/>
            </a:endParaRPr>
          </a:p>
        </p:txBody>
      </p:sp>
      <p:sp>
        <p:nvSpPr>
          <p:cNvPr id="82" name="Google Shape;82;p11"/>
          <p:cNvSpPr txBox="1"/>
          <p:nvPr/>
        </p:nvSpPr>
        <p:spPr>
          <a:xfrm>
            <a:off x="3377100" y="4804800"/>
            <a:ext cx="2389800" cy="46266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GB" sz="1000" i="1">
                <a:solidFill>
                  <a:srgbClr val="B7B7B7"/>
                </a:solidFill>
              </a:rPr>
              <a:t>Work in Progress - License: CC-BY-4.0</a:t>
            </a:r>
            <a:endParaRPr lang="en-GB" sz="600">
              <a:solidFill>
                <a:srgbClr val="B7B7B7"/>
              </a:solidFill>
            </a:endParaRPr>
          </a:p>
        </p:txBody>
      </p:sp>
      <p:pic>
        <p:nvPicPr>
          <p:cNvPr id="3" name="Grafik 2">
            <a:extLst>
              <a:ext uri="{FF2B5EF4-FFF2-40B4-BE49-F238E27FC236}">
                <a16:creationId xmlns:a16="http://schemas.microsoft.com/office/drawing/2014/main" id="{F39DDFC7-49DD-4442-A129-A6A2D2F8DCC2}"/>
              </a:ext>
            </a:extLst>
          </p:cNvPr>
          <p:cNvPicPr>
            <a:picLocks noChangeAspect="1"/>
          </p:cNvPicPr>
          <p:nvPr/>
        </p:nvPicPr>
        <p:blipFill>
          <a:blip r:embed="rId4"/>
          <a:stretch>
            <a:fillRect/>
          </a:stretch>
        </p:blipFill>
        <p:spPr>
          <a:xfrm>
            <a:off x="7272000" y="3276000"/>
            <a:ext cx="1800000" cy="1800000"/>
          </a:xfrm>
          <a:prstGeom prst="rect">
            <a:avLst/>
          </a:prstGeom>
        </p:spPr>
      </p:pic>
    </p:spTree>
    <p:extLst>
      <p:ext uri="{BB962C8B-B14F-4D97-AF65-F5344CB8AC3E}">
        <p14:creationId xmlns:p14="http://schemas.microsoft.com/office/powerpoint/2010/main" val="2103361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400" dirty="0"/>
              <a:t>Paper Idea #3: </a:t>
            </a:r>
            <a:r>
              <a:rPr lang="en-US" sz="2400" dirty="0"/>
              <a:t>Comparison between Space and Aerospace</a:t>
            </a:r>
            <a:endParaRPr lang="en-GB" sz="2400" dirty="0"/>
          </a:p>
        </p:txBody>
      </p:sp>
      <p:sp>
        <p:nvSpPr>
          <p:cNvPr id="81" name="Google Shape;81;p11"/>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dirty="0"/>
              <a:t>Content:</a:t>
            </a:r>
          </a:p>
          <a:p>
            <a:pPr marL="285750" indent="-285750">
              <a:spcAft>
                <a:spcPts val="800"/>
              </a:spcAft>
            </a:pPr>
            <a:r>
              <a:rPr lang="en-US" dirty="0"/>
              <a:t>Follow-up of Idea #1 and Idea #2 towards:</a:t>
            </a:r>
          </a:p>
          <a:p>
            <a:pPr marL="285750" indent="-285750">
              <a:spcAft>
                <a:spcPts val="800"/>
              </a:spcAft>
            </a:pPr>
            <a:r>
              <a:rPr lang="en-US" dirty="0"/>
              <a:t>Needs, regulations, certification for the use of Linux and compare these!</a:t>
            </a:r>
          </a:p>
          <a:p>
            <a:pPr marL="285750" indent="-285750">
              <a:spcAft>
                <a:spcPts val="800"/>
              </a:spcAft>
            </a:pPr>
            <a:r>
              <a:rPr lang="en-US" dirty="0"/>
              <a:t>This may or may not include Idea #4 and/or Idea #5</a:t>
            </a:r>
            <a:endParaRPr lang="en-GB" dirty="0"/>
          </a:p>
          <a:p>
            <a:pPr marL="0" indent="0">
              <a:spcAft>
                <a:spcPts val="800"/>
              </a:spcAft>
              <a:buNone/>
            </a:pPr>
            <a:endParaRPr lang="en-GB" dirty="0"/>
          </a:p>
          <a:p>
            <a:pPr marL="0" indent="0">
              <a:spcAft>
                <a:spcPts val="800"/>
              </a:spcAft>
              <a:buNone/>
            </a:pPr>
            <a:r>
              <a:rPr lang="en-GB" dirty="0"/>
              <a:t>Vote on:</a:t>
            </a:r>
          </a:p>
          <a:p>
            <a:pPr marL="0" indent="0">
              <a:spcAft>
                <a:spcPts val="800"/>
              </a:spcAft>
              <a:buNone/>
            </a:pPr>
            <a:r>
              <a:rPr lang="en-GB" dirty="0">
                <a:sym typeface="Wingdings" panose="05000000000000000000" pitchFamily="2" charset="2"/>
                <a:hlinkClick r:id="rId3"/>
              </a:rPr>
              <a:t>https://github.com/elisa-tech/wg-aerospace/discussions/101</a:t>
            </a:r>
            <a:endParaRPr lang="en-GB" dirty="0">
              <a:sym typeface="Wingdings" panose="05000000000000000000" pitchFamily="2" charset="2"/>
            </a:endParaRPr>
          </a:p>
        </p:txBody>
      </p:sp>
      <p:sp>
        <p:nvSpPr>
          <p:cNvPr id="82" name="Google Shape;82;p11"/>
          <p:cNvSpPr txBox="1"/>
          <p:nvPr/>
        </p:nvSpPr>
        <p:spPr>
          <a:xfrm>
            <a:off x="3377100" y="4804800"/>
            <a:ext cx="2389800" cy="46266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GB" sz="1000" i="1">
                <a:solidFill>
                  <a:srgbClr val="B7B7B7"/>
                </a:solidFill>
              </a:rPr>
              <a:t>Work in Progress - License: CC-BY-4.0</a:t>
            </a:r>
            <a:endParaRPr lang="en-GB" sz="600">
              <a:solidFill>
                <a:srgbClr val="B7B7B7"/>
              </a:solidFill>
            </a:endParaRPr>
          </a:p>
        </p:txBody>
      </p:sp>
      <p:pic>
        <p:nvPicPr>
          <p:cNvPr id="3" name="Grafik 2">
            <a:extLst>
              <a:ext uri="{FF2B5EF4-FFF2-40B4-BE49-F238E27FC236}">
                <a16:creationId xmlns:a16="http://schemas.microsoft.com/office/drawing/2014/main" id="{769BB28F-56E0-447D-BACC-93EB4134F846}"/>
              </a:ext>
            </a:extLst>
          </p:cNvPr>
          <p:cNvPicPr>
            <a:picLocks noChangeAspect="1"/>
          </p:cNvPicPr>
          <p:nvPr/>
        </p:nvPicPr>
        <p:blipFill>
          <a:blip r:embed="rId4"/>
          <a:stretch>
            <a:fillRect/>
          </a:stretch>
        </p:blipFill>
        <p:spPr>
          <a:xfrm>
            <a:off x="7272000" y="3276000"/>
            <a:ext cx="1800000" cy="1800000"/>
          </a:xfrm>
          <a:prstGeom prst="rect">
            <a:avLst/>
          </a:prstGeom>
        </p:spPr>
      </p:pic>
    </p:spTree>
    <p:extLst>
      <p:ext uri="{BB962C8B-B14F-4D97-AF65-F5344CB8AC3E}">
        <p14:creationId xmlns:p14="http://schemas.microsoft.com/office/powerpoint/2010/main" val="1340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t>Paper Idea #4: Regulation needs and desires</a:t>
            </a:r>
            <a:endParaRPr lang="en-GB" sz="2400" dirty="0"/>
          </a:p>
        </p:txBody>
      </p:sp>
      <p:sp>
        <p:nvSpPr>
          <p:cNvPr id="81" name="Google Shape;81;p11"/>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dirty="0"/>
              <a:t>Content:</a:t>
            </a:r>
          </a:p>
          <a:p>
            <a:pPr marL="285750" indent="-285750">
              <a:spcAft>
                <a:spcPts val="800"/>
              </a:spcAft>
            </a:pPr>
            <a:r>
              <a:rPr lang="en-US" dirty="0"/>
              <a:t>Regulation needs and desires and its effect on Linux in Space/Aerospace:</a:t>
            </a:r>
          </a:p>
          <a:p>
            <a:pPr marL="285750" indent="-285750">
              <a:spcAft>
                <a:spcPts val="800"/>
              </a:spcAft>
            </a:pPr>
            <a:r>
              <a:rPr lang="en-US" dirty="0"/>
              <a:t>Compare between the two domains and regulation standards,</a:t>
            </a:r>
          </a:p>
          <a:p>
            <a:pPr marL="285750" indent="-285750">
              <a:spcAft>
                <a:spcPts val="800"/>
              </a:spcAft>
            </a:pPr>
            <a:r>
              <a:rPr lang="en-US" dirty="0"/>
              <a:t>Explain the effect it would have on using Linux</a:t>
            </a:r>
          </a:p>
          <a:p>
            <a:pPr marL="285750" indent="-285750">
              <a:spcAft>
                <a:spcPts val="800"/>
              </a:spcAft>
            </a:pPr>
            <a:r>
              <a:rPr lang="en-US" dirty="0"/>
              <a:t>Answer: Can we achieve a common platform for both domains?</a:t>
            </a:r>
            <a:endParaRPr lang="en-GB" dirty="0"/>
          </a:p>
          <a:p>
            <a:pPr marL="0" indent="0">
              <a:spcAft>
                <a:spcPts val="800"/>
              </a:spcAft>
              <a:buNone/>
            </a:pPr>
            <a:r>
              <a:rPr lang="en-GB" dirty="0"/>
              <a:t>Vote on:</a:t>
            </a:r>
          </a:p>
          <a:p>
            <a:pPr marL="0" indent="0">
              <a:spcAft>
                <a:spcPts val="800"/>
              </a:spcAft>
              <a:buNone/>
            </a:pPr>
            <a:r>
              <a:rPr lang="en-GB" dirty="0">
                <a:sym typeface="Wingdings" panose="05000000000000000000" pitchFamily="2" charset="2"/>
                <a:hlinkClick r:id="rId3"/>
              </a:rPr>
              <a:t>https://github.com/elisa-tech/wg-aerospace/discussions/102</a:t>
            </a:r>
            <a:endParaRPr lang="en-GB" dirty="0">
              <a:sym typeface="Wingdings" panose="05000000000000000000" pitchFamily="2" charset="2"/>
            </a:endParaRPr>
          </a:p>
        </p:txBody>
      </p:sp>
      <p:sp>
        <p:nvSpPr>
          <p:cNvPr id="82" name="Google Shape;82;p11"/>
          <p:cNvSpPr txBox="1"/>
          <p:nvPr/>
        </p:nvSpPr>
        <p:spPr>
          <a:xfrm>
            <a:off x="3377100" y="4804800"/>
            <a:ext cx="2389800" cy="46266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GB" sz="1000" i="1">
                <a:solidFill>
                  <a:srgbClr val="B7B7B7"/>
                </a:solidFill>
              </a:rPr>
              <a:t>Work in Progress - License: CC-BY-4.0</a:t>
            </a:r>
            <a:endParaRPr lang="en-GB" sz="600">
              <a:solidFill>
                <a:srgbClr val="B7B7B7"/>
              </a:solidFill>
            </a:endParaRPr>
          </a:p>
        </p:txBody>
      </p:sp>
      <p:pic>
        <p:nvPicPr>
          <p:cNvPr id="3" name="Grafik 2">
            <a:extLst>
              <a:ext uri="{FF2B5EF4-FFF2-40B4-BE49-F238E27FC236}">
                <a16:creationId xmlns:a16="http://schemas.microsoft.com/office/drawing/2014/main" id="{7A961B70-06C8-472F-BFD1-FD495851E9E4}"/>
              </a:ext>
            </a:extLst>
          </p:cNvPr>
          <p:cNvPicPr>
            <a:picLocks noChangeAspect="1"/>
          </p:cNvPicPr>
          <p:nvPr/>
        </p:nvPicPr>
        <p:blipFill>
          <a:blip r:embed="rId4"/>
          <a:stretch>
            <a:fillRect/>
          </a:stretch>
        </p:blipFill>
        <p:spPr>
          <a:xfrm>
            <a:off x="7272000" y="3276000"/>
            <a:ext cx="1800000" cy="1800000"/>
          </a:xfrm>
          <a:prstGeom prst="rect">
            <a:avLst/>
          </a:prstGeom>
        </p:spPr>
      </p:pic>
    </p:spTree>
    <p:extLst>
      <p:ext uri="{BB962C8B-B14F-4D97-AF65-F5344CB8AC3E}">
        <p14:creationId xmlns:p14="http://schemas.microsoft.com/office/powerpoint/2010/main" val="18751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t>Paper Idea #5: Building a platform / use-case</a:t>
            </a:r>
            <a:endParaRPr lang="en-GB" sz="2400" dirty="0"/>
          </a:p>
        </p:txBody>
      </p:sp>
      <p:sp>
        <p:nvSpPr>
          <p:cNvPr id="81" name="Google Shape;81;p11"/>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dirty="0"/>
              <a:t>Content:</a:t>
            </a:r>
          </a:p>
          <a:p>
            <a:pPr marL="285750" indent="-285750">
              <a:spcAft>
                <a:spcPts val="800"/>
              </a:spcAft>
            </a:pPr>
            <a:r>
              <a:rPr lang="en-US" dirty="0"/>
              <a:t>First steps in building a platform / use-case to show:</a:t>
            </a:r>
          </a:p>
          <a:p>
            <a:pPr marL="285750" indent="-285750">
              <a:spcAft>
                <a:spcPts val="800"/>
              </a:spcAft>
            </a:pPr>
            <a:r>
              <a:rPr lang="en-US" dirty="0"/>
              <a:t>The capabilities of Linux in Space/Aerospace towards:</a:t>
            </a:r>
          </a:p>
          <a:p>
            <a:pPr marL="285750" indent="-285750">
              <a:spcAft>
                <a:spcPts val="800"/>
              </a:spcAft>
            </a:pPr>
            <a:r>
              <a:rPr lang="en-US" dirty="0"/>
              <a:t>S/W and H/W concepts</a:t>
            </a:r>
          </a:p>
          <a:p>
            <a:pPr marL="285750" indent="-285750">
              <a:spcAft>
                <a:spcPts val="800"/>
              </a:spcAft>
            </a:pPr>
            <a:r>
              <a:rPr lang="en-US" dirty="0"/>
              <a:t>Tools and methods, development platform, V&amp;V, add-on-tooling</a:t>
            </a:r>
            <a:endParaRPr lang="en-GB" dirty="0"/>
          </a:p>
          <a:p>
            <a:pPr marL="0" indent="0">
              <a:spcAft>
                <a:spcPts val="800"/>
              </a:spcAft>
              <a:buNone/>
            </a:pPr>
            <a:r>
              <a:rPr lang="en-GB" dirty="0"/>
              <a:t>Vote on:</a:t>
            </a:r>
          </a:p>
          <a:p>
            <a:pPr marL="0" indent="0">
              <a:spcAft>
                <a:spcPts val="800"/>
              </a:spcAft>
              <a:buNone/>
            </a:pPr>
            <a:r>
              <a:rPr lang="en-GB" dirty="0">
                <a:sym typeface="Wingdings" panose="05000000000000000000" pitchFamily="2" charset="2"/>
                <a:hlinkClick r:id="rId3"/>
              </a:rPr>
              <a:t>https://github.com/elisa-tech/wg-aerospace/discussions/103</a:t>
            </a:r>
            <a:endParaRPr lang="en-GB" dirty="0">
              <a:sym typeface="Wingdings" panose="05000000000000000000" pitchFamily="2" charset="2"/>
            </a:endParaRPr>
          </a:p>
        </p:txBody>
      </p:sp>
      <p:sp>
        <p:nvSpPr>
          <p:cNvPr id="82" name="Google Shape;82;p11"/>
          <p:cNvSpPr txBox="1"/>
          <p:nvPr/>
        </p:nvSpPr>
        <p:spPr>
          <a:xfrm>
            <a:off x="3377100" y="4804800"/>
            <a:ext cx="2389800" cy="46266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GB" sz="1000" i="1">
                <a:solidFill>
                  <a:srgbClr val="B7B7B7"/>
                </a:solidFill>
              </a:rPr>
              <a:t>Work in Progress - License: CC-BY-4.0</a:t>
            </a:r>
            <a:endParaRPr lang="en-GB" sz="600">
              <a:solidFill>
                <a:srgbClr val="B7B7B7"/>
              </a:solidFill>
            </a:endParaRPr>
          </a:p>
        </p:txBody>
      </p:sp>
      <p:pic>
        <p:nvPicPr>
          <p:cNvPr id="3" name="Grafik 2">
            <a:extLst>
              <a:ext uri="{FF2B5EF4-FFF2-40B4-BE49-F238E27FC236}">
                <a16:creationId xmlns:a16="http://schemas.microsoft.com/office/drawing/2014/main" id="{6A9F6278-F247-437F-99DE-42EE6B1843CB}"/>
              </a:ext>
            </a:extLst>
          </p:cNvPr>
          <p:cNvPicPr>
            <a:picLocks noChangeAspect="1"/>
          </p:cNvPicPr>
          <p:nvPr/>
        </p:nvPicPr>
        <p:blipFill>
          <a:blip r:embed="rId4"/>
          <a:stretch>
            <a:fillRect/>
          </a:stretch>
        </p:blipFill>
        <p:spPr>
          <a:xfrm>
            <a:off x="7272000" y="3276000"/>
            <a:ext cx="1800000" cy="1800000"/>
          </a:xfrm>
          <a:prstGeom prst="rect">
            <a:avLst/>
          </a:prstGeom>
        </p:spPr>
      </p:pic>
    </p:spTree>
    <p:extLst>
      <p:ext uri="{BB962C8B-B14F-4D97-AF65-F5344CB8AC3E}">
        <p14:creationId xmlns:p14="http://schemas.microsoft.com/office/powerpoint/2010/main" val="2235984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t>Paper Idea #6: Defining and setting up the use-case</a:t>
            </a:r>
            <a:endParaRPr lang="en-GB" sz="2400" dirty="0"/>
          </a:p>
        </p:txBody>
      </p:sp>
      <p:sp>
        <p:nvSpPr>
          <p:cNvPr id="81" name="Google Shape;81;p11"/>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dirty="0"/>
              <a:t>Content are the experiences towards:</a:t>
            </a:r>
          </a:p>
          <a:p>
            <a:pPr marL="285750" indent="-285750">
              <a:spcAft>
                <a:spcPts val="800"/>
              </a:spcAft>
            </a:pPr>
            <a:r>
              <a:rPr lang="en-US" dirty="0"/>
              <a:t>Software-Stack (e.g. using Co-Pilot, OGMA and alike)</a:t>
            </a:r>
          </a:p>
          <a:p>
            <a:pPr marL="285750" indent="-285750">
              <a:spcAft>
                <a:spcPts val="800"/>
              </a:spcAft>
            </a:pPr>
            <a:r>
              <a:rPr lang="en-US" dirty="0"/>
              <a:t>Integration Stack (native, container-based (QEMU)…)</a:t>
            </a:r>
          </a:p>
          <a:p>
            <a:pPr marL="285750" indent="-285750">
              <a:spcAft>
                <a:spcPts val="800"/>
              </a:spcAft>
            </a:pPr>
            <a:r>
              <a:rPr lang="en-US" dirty="0"/>
              <a:t>Development stack, CI/CD, automation</a:t>
            </a:r>
          </a:p>
          <a:p>
            <a:pPr marL="285750" indent="-285750">
              <a:spcAft>
                <a:spcPts val="800"/>
              </a:spcAft>
            </a:pPr>
            <a:r>
              <a:rPr lang="en-US" dirty="0"/>
              <a:t>Shared development / demo-environment for (international) collaboration</a:t>
            </a:r>
            <a:endParaRPr lang="en-GB" dirty="0"/>
          </a:p>
          <a:p>
            <a:pPr marL="0" indent="0">
              <a:spcAft>
                <a:spcPts val="800"/>
              </a:spcAft>
              <a:buNone/>
            </a:pPr>
            <a:r>
              <a:rPr lang="en-GB" dirty="0"/>
              <a:t>Vote on:</a:t>
            </a:r>
          </a:p>
          <a:p>
            <a:pPr marL="0" indent="0">
              <a:spcAft>
                <a:spcPts val="800"/>
              </a:spcAft>
              <a:buNone/>
            </a:pPr>
            <a:r>
              <a:rPr lang="en-GB" dirty="0">
                <a:sym typeface="Wingdings" panose="05000000000000000000" pitchFamily="2" charset="2"/>
                <a:hlinkClick r:id="rId3"/>
              </a:rPr>
              <a:t>https://github.com/elisa-tech/wg-aerospace/discussions/105</a:t>
            </a:r>
            <a:endParaRPr lang="en-GB" dirty="0">
              <a:sym typeface="Wingdings" panose="05000000000000000000" pitchFamily="2" charset="2"/>
            </a:endParaRPr>
          </a:p>
        </p:txBody>
      </p:sp>
      <p:sp>
        <p:nvSpPr>
          <p:cNvPr id="82" name="Google Shape;82;p11"/>
          <p:cNvSpPr txBox="1"/>
          <p:nvPr/>
        </p:nvSpPr>
        <p:spPr>
          <a:xfrm>
            <a:off x="3377100" y="4804800"/>
            <a:ext cx="2389800" cy="46266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GB" sz="1000" i="1">
                <a:solidFill>
                  <a:srgbClr val="B7B7B7"/>
                </a:solidFill>
              </a:rPr>
              <a:t>Work in Progress - License: CC-BY-4.0</a:t>
            </a:r>
            <a:endParaRPr lang="en-GB" sz="600">
              <a:solidFill>
                <a:srgbClr val="B7B7B7"/>
              </a:solidFill>
            </a:endParaRPr>
          </a:p>
        </p:txBody>
      </p:sp>
      <p:pic>
        <p:nvPicPr>
          <p:cNvPr id="3" name="Grafik 2">
            <a:extLst>
              <a:ext uri="{FF2B5EF4-FFF2-40B4-BE49-F238E27FC236}">
                <a16:creationId xmlns:a16="http://schemas.microsoft.com/office/drawing/2014/main" id="{764D73E8-B48D-4782-B275-9753FE4F66F6}"/>
              </a:ext>
            </a:extLst>
          </p:cNvPr>
          <p:cNvPicPr>
            <a:picLocks noChangeAspect="1"/>
          </p:cNvPicPr>
          <p:nvPr/>
        </p:nvPicPr>
        <p:blipFill>
          <a:blip r:embed="rId4"/>
          <a:stretch>
            <a:fillRect/>
          </a:stretch>
        </p:blipFill>
        <p:spPr>
          <a:xfrm>
            <a:off x="7272000" y="3276000"/>
            <a:ext cx="1800000" cy="1800000"/>
          </a:xfrm>
          <a:prstGeom prst="rect">
            <a:avLst/>
          </a:prstGeom>
        </p:spPr>
      </p:pic>
    </p:spTree>
    <p:extLst>
      <p:ext uri="{BB962C8B-B14F-4D97-AF65-F5344CB8AC3E}">
        <p14:creationId xmlns:p14="http://schemas.microsoft.com/office/powerpoint/2010/main" val="2489725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A7017F-009C-4021-B10E-D7F438A9F1E4}"/>
              </a:ext>
            </a:extLst>
          </p:cNvPr>
          <p:cNvSpPr>
            <a:spLocks noGrp="1"/>
          </p:cNvSpPr>
          <p:nvPr>
            <p:ph type="title"/>
          </p:nvPr>
        </p:nvSpPr>
        <p:spPr/>
        <p:txBody>
          <a:bodyPr/>
          <a:lstStyle/>
          <a:p>
            <a:r>
              <a:rPr lang="en-GB"/>
              <a:t>Way forward</a:t>
            </a:r>
          </a:p>
        </p:txBody>
      </p:sp>
      <p:sp>
        <p:nvSpPr>
          <p:cNvPr id="3" name="Textplatzhalter 2">
            <a:extLst>
              <a:ext uri="{FF2B5EF4-FFF2-40B4-BE49-F238E27FC236}">
                <a16:creationId xmlns:a16="http://schemas.microsoft.com/office/drawing/2014/main" id="{66FB3855-62D0-4908-9850-1D88EC1A6965}"/>
              </a:ext>
            </a:extLst>
          </p:cNvPr>
          <p:cNvSpPr>
            <a:spLocks noGrp="1"/>
          </p:cNvSpPr>
          <p:nvPr>
            <p:ph type="body" idx="1"/>
          </p:nvPr>
        </p:nvSpPr>
        <p:spPr/>
        <p:txBody>
          <a:bodyPr/>
          <a:lstStyle/>
          <a:p>
            <a:r>
              <a:rPr lang="en-GB" dirty="0"/>
              <a:t>Vote on the respective topics on ELISA </a:t>
            </a:r>
            <a:r>
              <a:rPr lang="en-GB" dirty="0" err="1"/>
              <a:t>Github</a:t>
            </a:r>
            <a:r>
              <a:rPr lang="en-GB" dirty="0"/>
              <a:t> if...</a:t>
            </a:r>
          </a:p>
          <a:p>
            <a:pPr lvl="1"/>
            <a:r>
              <a:rPr lang="en-GB" dirty="0"/>
              <a:t>You seriously want to </a:t>
            </a:r>
            <a:r>
              <a:rPr lang="en-GB" dirty="0" err="1"/>
              <a:t>consribute</a:t>
            </a:r>
            <a:endParaRPr lang="en-GB" dirty="0"/>
          </a:p>
          <a:p>
            <a:pPr lvl="1"/>
            <a:r>
              <a:rPr lang="en-GB" dirty="0"/>
              <a:t>Are an expert in that topic</a:t>
            </a:r>
          </a:p>
          <a:p>
            <a:pPr lvl="1"/>
            <a:r>
              <a:rPr lang="en-GB" dirty="0"/>
              <a:t>Can spend time to contribute </a:t>
            </a:r>
            <a:r>
              <a:rPr lang="en-GB" dirty="0" err="1"/>
              <a:t>continously</a:t>
            </a:r>
            <a:endParaRPr lang="en-GB" dirty="0"/>
          </a:p>
          <a:p>
            <a:r>
              <a:rPr lang="en-GB" dirty="0"/>
              <a:t>This will…</a:t>
            </a:r>
          </a:p>
          <a:p>
            <a:pPr lvl="1"/>
            <a:r>
              <a:rPr lang="en-GB" dirty="0" err="1"/>
              <a:t>Priorise</a:t>
            </a:r>
            <a:r>
              <a:rPr lang="en-GB" dirty="0"/>
              <a:t> the topics and</a:t>
            </a:r>
          </a:p>
          <a:p>
            <a:pPr lvl="1"/>
            <a:r>
              <a:rPr lang="en-GB" dirty="0"/>
              <a:t>Form expert teams</a:t>
            </a:r>
          </a:p>
          <a:p>
            <a:r>
              <a:rPr lang="en-GB" dirty="0"/>
              <a:t>Paper contribution meetings will take place at least once a month</a:t>
            </a:r>
          </a:p>
          <a:p>
            <a:r>
              <a:rPr lang="en-GB" dirty="0"/>
              <a:t>Distributed environment to write papers is available (Overleaf or </a:t>
            </a:r>
            <a:r>
              <a:rPr lang="en-GB" dirty="0" err="1"/>
              <a:t>Github</a:t>
            </a:r>
            <a:r>
              <a:rPr lang="en-GB" dirty="0"/>
              <a:t>)</a:t>
            </a:r>
          </a:p>
        </p:txBody>
      </p:sp>
    </p:spTree>
    <p:extLst>
      <p:ext uri="{BB962C8B-B14F-4D97-AF65-F5344CB8AC3E}">
        <p14:creationId xmlns:p14="http://schemas.microsoft.com/office/powerpoint/2010/main" val="1607916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Licensing of Workshop Results</a:t>
            </a:r>
            <a:endParaRPr/>
          </a:p>
        </p:txBody>
      </p:sp>
      <p:sp>
        <p:nvSpPr>
          <p:cNvPr id="107" name="Google Shape;107;p15"/>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Clr>
                <a:schemeClr val="dk1"/>
              </a:buClr>
              <a:buSzPct val="61111"/>
              <a:buFont typeface="Arial"/>
              <a:buNone/>
            </a:pPr>
            <a:r>
              <a:rPr lang="en"/>
              <a:t>All work created during the workshop is licensed under Creative Commons Attribution 4.0 International (CC-BY-4.0) [</a:t>
            </a:r>
            <a:r>
              <a:rPr lang="en" u="sng">
                <a:solidFill>
                  <a:schemeClr val="hlink"/>
                </a:solidFill>
                <a:hlinkClick r:id="rId3"/>
              </a:rPr>
              <a:t>https://creativecommons.org/licenses/by/4.0/</a:t>
            </a:r>
            <a:r>
              <a:rPr lang="en"/>
              <a:t>] by default, or under another suitable open-source license, e.g., GPL-2.0 for kernel code contributions.</a:t>
            </a:r>
            <a:endParaRPr/>
          </a:p>
          <a:p>
            <a:pPr marL="0" lvl="0" indent="0" algn="l" rtl="0">
              <a:spcBef>
                <a:spcPts val="800"/>
              </a:spcBef>
              <a:spcAft>
                <a:spcPts val="0"/>
              </a:spcAft>
              <a:buClr>
                <a:schemeClr val="dk1"/>
              </a:buClr>
              <a:buSzPct val="61111"/>
              <a:buFont typeface="Arial"/>
              <a:buNone/>
            </a:pPr>
            <a:r>
              <a:rPr lang="en"/>
              <a:t>You are free to:</a:t>
            </a:r>
            <a:endParaRPr/>
          </a:p>
          <a:p>
            <a:pPr marL="457200" lvl="0" indent="-300037" algn="l" rtl="0">
              <a:spcBef>
                <a:spcPts val="800"/>
              </a:spcBef>
              <a:spcAft>
                <a:spcPts val="0"/>
              </a:spcAft>
              <a:buSzPct val="100000"/>
              <a:buChar char="●"/>
            </a:pPr>
            <a:r>
              <a:rPr lang="en"/>
              <a:t>Share — copy and redistribute the material in any medium or format</a:t>
            </a:r>
            <a:endParaRPr/>
          </a:p>
          <a:p>
            <a:pPr marL="457200" lvl="0" indent="-300037" algn="l" rtl="0">
              <a:spcBef>
                <a:spcPts val="800"/>
              </a:spcBef>
              <a:spcAft>
                <a:spcPts val="0"/>
              </a:spcAft>
              <a:buSzPct val="100000"/>
              <a:buChar char="●"/>
            </a:pPr>
            <a:r>
              <a:rPr lang="en"/>
              <a:t>Adapt — remix, transform, and build upon the material for any purpose, even commercially.</a:t>
            </a:r>
            <a:endParaRPr/>
          </a:p>
          <a:p>
            <a:pPr marL="0" lvl="0" indent="0" algn="l" rtl="0">
              <a:spcBef>
                <a:spcPts val="800"/>
              </a:spcBef>
              <a:spcAft>
                <a:spcPts val="0"/>
              </a:spcAft>
              <a:buClr>
                <a:schemeClr val="dk1"/>
              </a:buClr>
              <a:buSzPct val="61111"/>
              <a:buFont typeface="Arial"/>
              <a:buNone/>
            </a:pPr>
            <a:r>
              <a:rPr lang="en"/>
              <a:t>The licensor cannot revoke these freedoms as long as you follow the license terms.</a:t>
            </a:r>
            <a:endParaRPr/>
          </a:p>
          <a:p>
            <a:pPr marL="0" lvl="0" indent="0" algn="l" rtl="0">
              <a:spcBef>
                <a:spcPts val="800"/>
              </a:spcBef>
              <a:spcAft>
                <a:spcPts val="0"/>
              </a:spcAft>
              <a:buClr>
                <a:schemeClr val="dk1"/>
              </a:buClr>
              <a:buSzPct val="61111"/>
              <a:buFont typeface="Arial"/>
              <a:buNone/>
            </a:pPr>
            <a:r>
              <a:rPr lang="en"/>
              <a:t>Under the following terms:</a:t>
            </a:r>
            <a:endParaRPr/>
          </a:p>
          <a:p>
            <a:pPr marL="0" lvl="0" indent="0" algn="l" rtl="0">
              <a:spcBef>
                <a:spcPts val="800"/>
              </a:spcBef>
              <a:spcAft>
                <a:spcPts val="0"/>
              </a:spcAft>
              <a:buClr>
                <a:schemeClr val="dk1"/>
              </a:buClr>
              <a:buSzPct val="61111"/>
              <a:buFont typeface="Arial"/>
              <a:buNone/>
            </a:pPr>
            <a:r>
              <a:rPr lang="en"/>
              <a:t>Attribution — You must give appropriate credit, provide a link to the license, and indicate if changes were made. You may do so in any reasonable manner, but not in any way that suggests the licensor endorses you or your use.</a:t>
            </a:r>
            <a:endParaRPr/>
          </a:p>
          <a:p>
            <a:pPr marL="0" lvl="0" indent="0" algn="l" rtl="0">
              <a:spcBef>
                <a:spcPts val="800"/>
              </a:spcBef>
              <a:spcAft>
                <a:spcPts val="800"/>
              </a:spcAft>
              <a:buClr>
                <a:schemeClr val="dk1"/>
              </a:buClr>
              <a:buSzPct val="61111"/>
              <a:buFont typeface="Arial"/>
              <a:buNone/>
            </a:pPr>
            <a:r>
              <a:rPr lang="en"/>
              <a:t>No additional restrictions — You may not apply legal terms or technological measures that legally restrict others from doing anything the license permits.</a:t>
            </a:r>
            <a:endParaRPr b="1" i="1"/>
          </a:p>
        </p:txBody>
      </p:sp>
      <p:sp>
        <p:nvSpPr>
          <p:cNvPr id="108" name="Google Shape;108;p15"/>
          <p:cNvSpPr txBox="1"/>
          <p:nvPr/>
        </p:nvSpPr>
        <p:spPr>
          <a:xfrm>
            <a:off x="3377100" y="4804800"/>
            <a:ext cx="2389800" cy="33870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 sz="1000" i="1">
                <a:solidFill>
                  <a:srgbClr val="B7B7B7"/>
                </a:solidFill>
              </a:rPr>
              <a:t>Work in Progress - License: CC-BY-4.0</a:t>
            </a:r>
            <a:endParaRPr sz="600">
              <a:solidFill>
                <a:srgbClr val="B7B7B7"/>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ctrTitle"/>
          </p:nvPr>
        </p:nvSpPr>
        <p:spPr>
          <a:xfrm>
            <a:off x="319500" y="1783775"/>
            <a:ext cx="8505000" cy="182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DE" dirty="0" err="1"/>
              <a:t>Thank</a:t>
            </a:r>
            <a:r>
              <a:rPr lang="de-DE" dirty="0"/>
              <a:t> </a:t>
            </a:r>
            <a:r>
              <a:rPr lang="de-DE" dirty="0" err="1"/>
              <a:t>you</a:t>
            </a:r>
            <a:r>
              <a:rPr lang="de-DE" dirty="0"/>
              <a:t>!</a:t>
            </a:r>
            <a:br>
              <a:rPr lang="de-DE" dirty="0"/>
            </a:br>
            <a:r>
              <a:rPr lang="de-DE" dirty="0" err="1"/>
              <a:t>Please</a:t>
            </a:r>
            <a:r>
              <a:rPr lang="de-DE" dirty="0"/>
              <a:t> </a:t>
            </a:r>
            <a:r>
              <a:rPr lang="de-DE" i="1" dirty="0" err="1"/>
              <a:t>contribute</a:t>
            </a:r>
            <a:r>
              <a:rPr lang="de-DE" dirty="0"/>
              <a:t>! </a:t>
            </a:r>
            <a:r>
              <a:rPr lang="de-DE" dirty="0">
                <a:sym typeface="Wingdings" panose="05000000000000000000" pitchFamily="2" charset="2"/>
              </a:rPr>
              <a:t></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802</Words>
  <Application>Microsoft Office PowerPoint</Application>
  <PresentationFormat>Bildschirmpräsentation (16:9)</PresentationFormat>
  <Paragraphs>89</Paragraphs>
  <Slides>12</Slides>
  <Notes>11</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12</vt:i4>
      </vt:variant>
    </vt:vector>
  </HeadingPairs>
  <TitlesOfParts>
    <vt:vector size="14" baseType="lpstr">
      <vt:lpstr>Arial</vt:lpstr>
      <vt:lpstr>Simple Light</vt:lpstr>
      <vt:lpstr>ELISA Workshop Munich, Germany</vt:lpstr>
      <vt:lpstr>Research questions and publication directions of Aerospace WG</vt:lpstr>
      <vt:lpstr>Introduction</vt:lpstr>
      <vt:lpstr>Paper Idea #1: Survey paper on Linux for Aerospace</vt:lpstr>
      <vt:lpstr>Paper Idea #2: Survey paper on Linux in Space</vt:lpstr>
      <vt:lpstr>Paper Idea #3: Comparison between Space and Aerospace</vt:lpstr>
      <vt:lpstr>Paper Idea #4: Regulation needs and desires</vt:lpstr>
      <vt:lpstr>Paper Idea #5: Building a platform / use-case</vt:lpstr>
      <vt:lpstr>Paper Idea #6: Defining and setting up the use-case</vt:lpstr>
      <vt:lpstr>Way forward</vt:lpstr>
      <vt:lpstr>Licensing of Workshop Results</vt:lpstr>
      <vt:lpstr>Thank you! Please contribute!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ELISA Workshop Munich, Germany</dc:title>
  <dc:creator>Martin Halle</dc:creator>
  <cp:lastModifiedBy>Martin Halle</cp:lastModifiedBy>
  <cp:revision>17</cp:revision>
  <dcterms:modified xsi:type="dcterms:W3CDTF">2025-11-14T16:05:23Z</dcterms:modified>
</cp:coreProperties>
</file>