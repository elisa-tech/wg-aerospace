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4" r:id="rId1"/>
    <p:sldMasterId id="2147483656" r:id="rId2"/>
  </p:sldMasterIdLst>
  <p:notesMasterIdLst>
    <p:notesMasterId r:id="rId18"/>
  </p:notesMasterIdLst>
  <p:sldIdLst>
    <p:sldId id="256" r:id="rId3"/>
    <p:sldId id="257" r:id="rId4"/>
    <p:sldId id="283" r:id="rId5"/>
    <p:sldId id="262" r:id="rId6"/>
    <p:sldId id="258" r:id="rId7"/>
    <p:sldId id="277" r:id="rId8"/>
    <p:sldId id="274" r:id="rId9"/>
    <p:sldId id="278" r:id="rId10"/>
    <p:sldId id="279" r:id="rId11"/>
    <p:sldId id="280" r:id="rId12"/>
    <p:sldId id="276" r:id="rId13"/>
    <p:sldId id="284" r:id="rId14"/>
    <p:sldId id="271" r:id="rId15"/>
    <p:sldId id="285" r:id="rId16"/>
    <p:sldId id="263" r:id="rId1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4E80DB1-9856-4F24-B266-042D024BFD44}" v="30" dt="2025-11-14T16:10:44.71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9536" autoAdjust="0"/>
  </p:normalViewPr>
  <p:slideViewPr>
    <p:cSldViewPr snapToGrid="0">
      <p:cViewPr>
        <p:scale>
          <a:sx n="110" d="100"/>
          <a:sy n="110" d="100"/>
        </p:scale>
        <p:origin x="1644" y="45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6/11/relationships/changesInfo" Target="changesInfos/changesInfo1.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eber (US), Matthew L" userId="861fdf2c-730d-4625-a5f8-eafe6f3c0385" providerId="ADAL" clId="{6080B634-2F70-4EF6-8A85-2BCD238F86E4}"/>
    <pc:docChg chg="undo custSel addSld delSld modSld modMainMaster">
      <pc:chgData name="Weber (US), Matthew L" userId="861fdf2c-730d-4625-a5f8-eafe6f3c0385" providerId="ADAL" clId="{6080B634-2F70-4EF6-8A85-2BCD238F86E4}" dt="2025-11-14T16:10:47.278" v="646" actId="47"/>
      <pc:docMkLst>
        <pc:docMk/>
      </pc:docMkLst>
      <pc:sldChg chg="addSp modSp add del mod">
        <pc:chgData name="Weber (US), Matthew L" userId="861fdf2c-730d-4625-a5f8-eafe6f3c0385" providerId="ADAL" clId="{6080B634-2F70-4EF6-8A85-2BCD238F86E4}" dt="2025-11-14T16:10:01.292" v="635"/>
        <pc:sldMkLst>
          <pc:docMk/>
          <pc:sldMk cId="0" sldId="256"/>
        </pc:sldMkLst>
      </pc:sldChg>
      <pc:sldChg chg="modSp add mod modNotes">
        <pc:chgData name="Weber (US), Matthew L" userId="861fdf2c-730d-4625-a5f8-eafe6f3c0385" providerId="ADAL" clId="{6080B634-2F70-4EF6-8A85-2BCD238F86E4}" dt="2025-11-14T16:10:08.434" v="637" actId="20577"/>
        <pc:sldMkLst>
          <pc:docMk/>
          <pc:sldMk cId="0" sldId="257"/>
        </pc:sldMkLst>
        <pc:spChg chg="mod">
          <ac:chgData name="Weber (US), Matthew L" userId="861fdf2c-730d-4625-a5f8-eafe6f3c0385" providerId="ADAL" clId="{6080B634-2F70-4EF6-8A85-2BCD238F86E4}" dt="2025-11-14T16:10:08.434" v="637" actId="20577"/>
          <ac:spMkLst>
            <pc:docMk/>
            <pc:sldMk cId="0" sldId="257"/>
            <ac:spMk id="74" creationId="{00000000-0000-0000-0000-000000000000}"/>
          </ac:spMkLst>
        </pc:spChg>
      </pc:sldChg>
      <pc:sldChg chg="addSp modSp">
        <pc:chgData name="Weber (US), Matthew L" userId="861fdf2c-730d-4625-a5f8-eafe6f3c0385" providerId="ADAL" clId="{6080B634-2F70-4EF6-8A85-2BCD238F86E4}" dt="2025-11-14T01:34:41.222" v="60"/>
        <pc:sldMkLst>
          <pc:docMk/>
          <pc:sldMk cId="0" sldId="258"/>
        </pc:sldMkLst>
        <pc:spChg chg="add mod">
          <ac:chgData name="Weber (US), Matthew L" userId="861fdf2c-730d-4625-a5f8-eafe6f3c0385" providerId="ADAL" clId="{6080B634-2F70-4EF6-8A85-2BCD238F86E4}" dt="2025-11-14T01:34:41.222" v="60"/>
          <ac:spMkLst>
            <pc:docMk/>
            <pc:sldMk cId="0" sldId="258"/>
            <ac:spMk id="2" creationId="{E3AE7230-F787-ADB5-74A4-6BBEA803E2D6}"/>
          </ac:spMkLst>
        </pc:spChg>
      </pc:sldChg>
      <pc:sldChg chg="del">
        <pc:chgData name="Weber (US), Matthew L" userId="861fdf2c-730d-4625-a5f8-eafe6f3c0385" providerId="ADAL" clId="{6080B634-2F70-4EF6-8A85-2BCD238F86E4}" dt="2025-11-14T01:34:28.033" v="58" actId="47"/>
        <pc:sldMkLst>
          <pc:docMk/>
          <pc:sldMk cId="0" sldId="261"/>
        </pc:sldMkLst>
      </pc:sldChg>
      <pc:sldChg chg="addSp modSp">
        <pc:chgData name="Weber (US), Matthew L" userId="861fdf2c-730d-4625-a5f8-eafe6f3c0385" providerId="ADAL" clId="{6080B634-2F70-4EF6-8A85-2BCD238F86E4}" dt="2025-11-14T01:35:18.675" v="66"/>
        <pc:sldMkLst>
          <pc:docMk/>
          <pc:sldMk cId="0" sldId="262"/>
        </pc:sldMkLst>
        <pc:spChg chg="add mod">
          <ac:chgData name="Weber (US), Matthew L" userId="861fdf2c-730d-4625-a5f8-eafe6f3c0385" providerId="ADAL" clId="{6080B634-2F70-4EF6-8A85-2BCD238F86E4}" dt="2025-11-14T01:34:39.328" v="59"/>
          <ac:spMkLst>
            <pc:docMk/>
            <pc:sldMk cId="0" sldId="262"/>
            <ac:spMk id="2" creationId="{AFEB0302-E09E-8852-CB90-CD6B05672A89}"/>
          </ac:spMkLst>
        </pc:spChg>
        <pc:cxnChg chg="add mod">
          <ac:chgData name="Weber (US), Matthew L" userId="861fdf2c-730d-4625-a5f8-eafe6f3c0385" providerId="ADAL" clId="{6080B634-2F70-4EF6-8A85-2BCD238F86E4}" dt="2025-11-14T01:35:18.675" v="66"/>
          <ac:cxnSpMkLst>
            <pc:docMk/>
            <pc:sldMk cId="0" sldId="262"/>
            <ac:cxnSpMk id="3" creationId="{E1C00AF6-D5E3-8E19-84F7-19FD6E6108CC}"/>
          </ac:cxnSpMkLst>
        </pc:cxnChg>
      </pc:sldChg>
      <pc:sldChg chg="modSp add del modNotes">
        <pc:chgData name="Weber (US), Matthew L" userId="861fdf2c-730d-4625-a5f8-eafe6f3c0385" providerId="ADAL" clId="{6080B634-2F70-4EF6-8A85-2BCD238F86E4}" dt="2025-11-14T16:10:44.718" v="645"/>
        <pc:sldMkLst>
          <pc:docMk/>
          <pc:sldMk cId="0" sldId="263"/>
        </pc:sldMkLst>
        <pc:spChg chg="mod">
          <ac:chgData name="Weber (US), Matthew L" userId="861fdf2c-730d-4625-a5f8-eafe6f3c0385" providerId="ADAL" clId="{6080B634-2F70-4EF6-8A85-2BCD238F86E4}" dt="2025-11-14T16:10:44.718" v="645"/>
          <ac:spMkLst>
            <pc:docMk/>
            <pc:sldMk cId="0" sldId="263"/>
            <ac:spMk id="113" creationId="{00000000-0000-0000-0000-000000000000}"/>
          </ac:spMkLst>
        </pc:spChg>
      </pc:sldChg>
      <pc:sldChg chg="modSp mod">
        <pc:chgData name="Weber (US), Matthew L" userId="861fdf2c-730d-4625-a5f8-eafe6f3c0385" providerId="ADAL" clId="{6080B634-2F70-4EF6-8A85-2BCD238F86E4}" dt="2025-11-14T01:40:48.552" v="173" actId="1076"/>
        <pc:sldMkLst>
          <pc:docMk/>
          <pc:sldMk cId="2089872047" sldId="271"/>
        </pc:sldMkLst>
        <pc:spChg chg="mod">
          <ac:chgData name="Weber (US), Matthew L" userId="861fdf2c-730d-4625-a5f8-eafe6f3c0385" providerId="ADAL" clId="{6080B634-2F70-4EF6-8A85-2BCD238F86E4}" dt="2025-11-14T01:40:45.766" v="172" actId="14100"/>
          <ac:spMkLst>
            <pc:docMk/>
            <pc:sldMk cId="2089872047" sldId="271"/>
            <ac:spMk id="7" creationId="{80848FF7-6DA7-AF75-DC4D-65158D7F3AA0}"/>
          </ac:spMkLst>
        </pc:spChg>
        <pc:picChg chg="mod">
          <ac:chgData name="Weber (US), Matthew L" userId="861fdf2c-730d-4625-a5f8-eafe6f3c0385" providerId="ADAL" clId="{6080B634-2F70-4EF6-8A85-2BCD238F86E4}" dt="2025-11-14T01:40:48.552" v="173" actId="1076"/>
          <ac:picMkLst>
            <pc:docMk/>
            <pc:sldMk cId="2089872047" sldId="271"/>
            <ac:picMk id="4" creationId="{264CB3B8-C476-789C-4036-26E111648AB4}"/>
          </ac:picMkLst>
        </pc:picChg>
      </pc:sldChg>
      <pc:sldChg chg="addSp modSp del">
        <pc:chgData name="Weber (US), Matthew L" userId="861fdf2c-730d-4625-a5f8-eafe6f3c0385" providerId="ADAL" clId="{6080B634-2F70-4EF6-8A85-2BCD238F86E4}" dt="2025-11-14T16:10:47.278" v="646" actId="47"/>
        <pc:sldMkLst>
          <pc:docMk/>
          <pc:sldMk cId="0" sldId="272"/>
        </pc:sldMkLst>
        <pc:picChg chg="add mod">
          <ac:chgData name="Weber (US), Matthew L" userId="861fdf2c-730d-4625-a5f8-eafe6f3c0385" providerId="ADAL" clId="{6080B634-2F70-4EF6-8A85-2BCD238F86E4}" dt="2025-11-14T01:41:11.430" v="174"/>
          <ac:picMkLst>
            <pc:docMk/>
            <pc:sldMk cId="0" sldId="272"/>
            <ac:picMk id="2" creationId="{BCCBC94F-416D-2813-B559-4D8D44A12540}"/>
          </ac:picMkLst>
        </pc:picChg>
        <pc:picChg chg="add mod">
          <ac:chgData name="Weber (US), Matthew L" userId="861fdf2c-730d-4625-a5f8-eafe6f3c0385" providerId="ADAL" clId="{6080B634-2F70-4EF6-8A85-2BCD238F86E4}" dt="2025-11-14T01:41:11.430" v="174"/>
          <ac:picMkLst>
            <pc:docMk/>
            <pc:sldMk cId="0" sldId="272"/>
            <ac:picMk id="5" creationId="{15B619F1-7872-0F05-B427-0768191E0BD4}"/>
          </ac:picMkLst>
        </pc:picChg>
        <pc:cxnChg chg="add mod">
          <ac:chgData name="Weber (US), Matthew L" userId="861fdf2c-730d-4625-a5f8-eafe6f3c0385" providerId="ADAL" clId="{6080B634-2F70-4EF6-8A85-2BCD238F86E4}" dt="2025-11-14T01:41:11.430" v="174"/>
          <ac:cxnSpMkLst>
            <pc:docMk/>
            <pc:sldMk cId="0" sldId="272"/>
            <ac:cxnSpMk id="3" creationId="{39C58BA6-51CF-5802-3C68-41966D2EE092}"/>
          </ac:cxnSpMkLst>
        </pc:cxnChg>
        <pc:cxnChg chg="add mod">
          <ac:chgData name="Weber (US), Matthew L" userId="861fdf2c-730d-4625-a5f8-eafe6f3c0385" providerId="ADAL" clId="{6080B634-2F70-4EF6-8A85-2BCD238F86E4}" dt="2025-11-14T01:41:11.430" v="174"/>
          <ac:cxnSpMkLst>
            <pc:docMk/>
            <pc:sldMk cId="0" sldId="272"/>
            <ac:cxnSpMk id="4" creationId="{CB17A2A2-A81B-E536-BAC3-F79141A4104B}"/>
          </ac:cxnSpMkLst>
        </pc:cxnChg>
      </pc:sldChg>
      <pc:sldChg chg="modSp mod">
        <pc:chgData name="Weber (US), Matthew L" userId="861fdf2c-730d-4625-a5f8-eafe6f3c0385" providerId="ADAL" clId="{6080B634-2F70-4EF6-8A85-2BCD238F86E4}" dt="2025-11-14T01:38:55.092" v="105" actId="1076"/>
        <pc:sldMkLst>
          <pc:docMk/>
          <pc:sldMk cId="857935633" sldId="274"/>
        </pc:sldMkLst>
        <pc:spChg chg="mod">
          <ac:chgData name="Weber (US), Matthew L" userId="861fdf2c-730d-4625-a5f8-eafe6f3c0385" providerId="ADAL" clId="{6080B634-2F70-4EF6-8A85-2BCD238F86E4}" dt="2025-11-14T01:38:55.092" v="105" actId="1076"/>
          <ac:spMkLst>
            <pc:docMk/>
            <pc:sldMk cId="857935633" sldId="274"/>
            <ac:spMk id="4" creationId="{75C02B57-2979-0151-85D1-F2B074085A44}"/>
          </ac:spMkLst>
        </pc:spChg>
      </pc:sldChg>
      <pc:sldChg chg="addSp delSp modSp mod">
        <pc:chgData name="Weber (US), Matthew L" userId="861fdf2c-730d-4625-a5f8-eafe6f3c0385" providerId="ADAL" clId="{6080B634-2F70-4EF6-8A85-2BCD238F86E4}" dt="2025-11-14T15:33:26.136" v="576" actId="1076"/>
        <pc:sldMkLst>
          <pc:docMk/>
          <pc:sldMk cId="1411371463" sldId="276"/>
        </pc:sldMkLst>
        <pc:spChg chg="mod">
          <ac:chgData name="Weber (US), Matthew L" userId="861fdf2c-730d-4625-a5f8-eafe6f3c0385" providerId="ADAL" clId="{6080B634-2F70-4EF6-8A85-2BCD238F86E4}" dt="2025-11-14T01:40:35.903" v="171" actId="14100"/>
          <ac:spMkLst>
            <pc:docMk/>
            <pc:sldMk cId="1411371463" sldId="276"/>
            <ac:spMk id="3" creationId="{86210EE9-2E0A-7442-2C06-B0897E0E7B1E}"/>
          </ac:spMkLst>
        </pc:spChg>
        <pc:spChg chg="del">
          <ac:chgData name="Weber (US), Matthew L" userId="861fdf2c-730d-4625-a5f8-eafe6f3c0385" providerId="ADAL" clId="{6080B634-2F70-4EF6-8A85-2BCD238F86E4}" dt="2025-11-14T01:43:01.825" v="265" actId="478"/>
          <ac:spMkLst>
            <pc:docMk/>
            <pc:sldMk cId="1411371463" sldId="276"/>
            <ac:spMk id="6" creationId="{0E2008D3-8F23-F4D9-65FB-A6BFC1BDAF6E}"/>
          </ac:spMkLst>
        </pc:spChg>
        <pc:picChg chg="del mod">
          <ac:chgData name="Weber (US), Matthew L" userId="861fdf2c-730d-4625-a5f8-eafe6f3c0385" providerId="ADAL" clId="{6080B634-2F70-4EF6-8A85-2BCD238F86E4}" dt="2025-11-14T15:33:21.621" v="573" actId="478"/>
          <ac:picMkLst>
            <pc:docMk/>
            <pc:sldMk cId="1411371463" sldId="276"/>
            <ac:picMk id="5" creationId="{C1470ABD-38AA-EFBA-F060-DE5EFF5FD062}"/>
          </ac:picMkLst>
        </pc:picChg>
        <pc:picChg chg="add mod">
          <ac:chgData name="Weber (US), Matthew L" userId="861fdf2c-730d-4625-a5f8-eafe6f3c0385" providerId="ADAL" clId="{6080B634-2F70-4EF6-8A85-2BCD238F86E4}" dt="2025-11-14T15:33:26.136" v="576" actId="1076"/>
          <ac:picMkLst>
            <pc:docMk/>
            <pc:sldMk cId="1411371463" sldId="276"/>
            <ac:picMk id="7" creationId="{3CA01004-D5FF-99AD-4B7A-B3932F2B246D}"/>
          </ac:picMkLst>
        </pc:picChg>
      </pc:sldChg>
      <pc:sldChg chg="modSp mod">
        <pc:chgData name="Weber (US), Matthew L" userId="861fdf2c-730d-4625-a5f8-eafe6f3c0385" providerId="ADAL" clId="{6080B634-2F70-4EF6-8A85-2BCD238F86E4}" dt="2025-11-14T01:39:07.540" v="108" actId="1076"/>
        <pc:sldMkLst>
          <pc:docMk/>
          <pc:sldMk cId="2168362550" sldId="277"/>
        </pc:sldMkLst>
        <pc:spChg chg="mod">
          <ac:chgData name="Weber (US), Matthew L" userId="861fdf2c-730d-4625-a5f8-eafe6f3c0385" providerId="ADAL" clId="{6080B634-2F70-4EF6-8A85-2BCD238F86E4}" dt="2025-11-14T01:39:07.540" v="108" actId="1076"/>
          <ac:spMkLst>
            <pc:docMk/>
            <pc:sldMk cId="2168362550" sldId="277"/>
            <ac:spMk id="7" creationId="{A9DC7927-FACD-DB58-B096-A4397B4D89BD}"/>
          </ac:spMkLst>
        </pc:spChg>
        <pc:picChg chg="mod">
          <ac:chgData name="Weber (US), Matthew L" userId="861fdf2c-730d-4625-a5f8-eafe6f3c0385" providerId="ADAL" clId="{6080B634-2F70-4EF6-8A85-2BCD238F86E4}" dt="2025-11-14T01:36:23.757" v="72" actId="14100"/>
          <ac:picMkLst>
            <pc:docMk/>
            <pc:sldMk cId="2168362550" sldId="277"/>
            <ac:picMk id="39" creationId="{C30E0E80-4C5E-CB4E-0E3D-5896D7A12290}"/>
          </ac:picMkLst>
        </pc:picChg>
      </pc:sldChg>
      <pc:sldChg chg="addSp delSp modSp mod">
        <pc:chgData name="Weber (US), Matthew L" userId="861fdf2c-730d-4625-a5f8-eafe6f3c0385" providerId="ADAL" clId="{6080B634-2F70-4EF6-8A85-2BCD238F86E4}" dt="2025-11-14T01:38:36.789" v="98" actId="1076"/>
        <pc:sldMkLst>
          <pc:docMk/>
          <pc:sldMk cId="1726498261" sldId="278"/>
        </pc:sldMkLst>
        <pc:spChg chg="mod">
          <ac:chgData name="Weber (US), Matthew L" userId="861fdf2c-730d-4625-a5f8-eafe6f3c0385" providerId="ADAL" clId="{6080B634-2F70-4EF6-8A85-2BCD238F86E4}" dt="2025-11-14T01:37:45.740" v="83" actId="1076"/>
          <ac:spMkLst>
            <pc:docMk/>
            <pc:sldMk cId="1726498261" sldId="278"/>
            <ac:spMk id="5" creationId="{2DE245C4-1B26-84F2-B98E-ACF31E49A002}"/>
          </ac:spMkLst>
        </pc:spChg>
        <pc:spChg chg="add del mod">
          <ac:chgData name="Weber (US), Matthew L" userId="861fdf2c-730d-4625-a5f8-eafe6f3c0385" providerId="ADAL" clId="{6080B634-2F70-4EF6-8A85-2BCD238F86E4}" dt="2025-11-14T01:38:23.452" v="90" actId="478"/>
          <ac:spMkLst>
            <pc:docMk/>
            <pc:sldMk cId="1726498261" sldId="278"/>
            <ac:spMk id="6" creationId="{A0463E56-8EBB-B9C3-F48E-84D6F21BE645}"/>
          </ac:spMkLst>
        </pc:spChg>
        <pc:spChg chg="add mod">
          <ac:chgData name="Weber (US), Matthew L" userId="861fdf2c-730d-4625-a5f8-eafe6f3c0385" providerId="ADAL" clId="{6080B634-2F70-4EF6-8A85-2BCD238F86E4}" dt="2025-11-14T01:38:36.789" v="98" actId="1076"/>
          <ac:spMkLst>
            <pc:docMk/>
            <pc:sldMk cId="1726498261" sldId="278"/>
            <ac:spMk id="10" creationId="{662797FE-4DBC-5618-2A5B-CD107BDA0C63}"/>
          </ac:spMkLst>
        </pc:spChg>
        <pc:spChg chg="mod">
          <ac:chgData name="Weber (US), Matthew L" userId="861fdf2c-730d-4625-a5f8-eafe6f3c0385" providerId="ADAL" clId="{6080B634-2F70-4EF6-8A85-2BCD238F86E4}" dt="2025-11-14T01:37:14.926" v="77" actId="1076"/>
          <ac:spMkLst>
            <pc:docMk/>
            <pc:sldMk cId="1726498261" sldId="278"/>
            <ac:spMk id="15" creationId="{5014CB44-40BE-1008-54C4-A3FFB8853B6F}"/>
          </ac:spMkLst>
        </pc:spChg>
        <pc:picChg chg="add mod">
          <ac:chgData name="Weber (US), Matthew L" userId="861fdf2c-730d-4625-a5f8-eafe6f3c0385" providerId="ADAL" clId="{6080B634-2F70-4EF6-8A85-2BCD238F86E4}" dt="2025-11-14T01:38:15.534" v="89" actId="14100"/>
          <ac:picMkLst>
            <pc:docMk/>
            <pc:sldMk cId="1726498261" sldId="278"/>
            <ac:picMk id="3" creationId="{637060E9-D952-5A26-6D4D-1DE53FA77755}"/>
          </ac:picMkLst>
        </pc:picChg>
      </pc:sldChg>
      <pc:sldChg chg="modSp mod">
        <pc:chgData name="Weber (US), Matthew L" userId="861fdf2c-730d-4625-a5f8-eafe6f3c0385" providerId="ADAL" clId="{6080B634-2F70-4EF6-8A85-2BCD238F86E4}" dt="2025-11-14T01:40:07.093" v="169" actId="6549"/>
        <pc:sldMkLst>
          <pc:docMk/>
          <pc:sldMk cId="3572938205" sldId="279"/>
        </pc:sldMkLst>
        <pc:spChg chg="mod">
          <ac:chgData name="Weber (US), Matthew L" userId="861fdf2c-730d-4625-a5f8-eafe6f3c0385" providerId="ADAL" clId="{6080B634-2F70-4EF6-8A85-2BCD238F86E4}" dt="2025-11-14T01:39:32.990" v="111" actId="1076"/>
          <ac:spMkLst>
            <pc:docMk/>
            <pc:sldMk cId="3572938205" sldId="279"/>
            <ac:spMk id="9" creationId="{1F6C9E53-A0A3-9C72-8F4B-B24715739BB3}"/>
          </ac:spMkLst>
        </pc:spChg>
        <pc:spChg chg="mod">
          <ac:chgData name="Weber (US), Matthew L" userId="861fdf2c-730d-4625-a5f8-eafe6f3c0385" providerId="ADAL" clId="{6080B634-2F70-4EF6-8A85-2BCD238F86E4}" dt="2025-11-14T01:40:07.093" v="169" actId="6549"/>
          <ac:spMkLst>
            <pc:docMk/>
            <pc:sldMk cId="3572938205" sldId="279"/>
            <ac:spMk id="27" creationId="{9AA291A3-800A-2DE4-1BF5-C1BC3E71A15C}"/>
          </ac:spMkLst>
        </pc:spChg>
      </pc:sldChg>
      <pc:sldChg chg="modSp mod">
        <pc:chgData name="Weber (US), Matthew L" userId="861fdf2c-730d-4625-a5f8-eafe6f3c0385" providerId="ADAL" clId="{6080B634-2F70-4EF6-8A85-2BCD238F86E4}" dt="2025-11-14T01:40:18.895" v="170" actId="1076"/>
        <pc:sldMkLst>
          <pc:docMk/>
          <pc:sldMk cId="48892358" sldId="280"/>
        </pc:sldMkLst>
        <pc:spChg chg="mod">
          <ac:chgData name="Weber (US), Matthew L" userId="861fdf2c-730d-4625-a5f8-eafe6f3c0385" providerId="ADAL" clId="{6080B634-2F70-4EF6-8A85-2BCD238F86E4}" dt="2025-11-14T01:40:18.895" v="170" actId="1076"/>
          <ac:spMkLst>
            <pc:docMk/>
            <pc:sldMk cId="48892358" sldId="280"/>
            <ac:spMk id="5" creationId="{0B17D058-B7CB-14EC-3E81-44FC12A67F0D}"/>
          </ac:spMkLst>
        </pc:spChg>
      </pc:sldChg>
      <pc:sldChg chg="add del setBg modNotes">
        <pc:chgData name="Weber (US), Matthew L" userId="861fdf2c-730d-4625-a5f8-eafe6f3c0385" providerId="ADAL" clId="{6080B634-2F70-4EF6-8A85-2BCD238F86E4}" dt="2025-11-14T01:30:27.637" v="17" actId="47"/>
        <pc:sldMkLst>
          <pc:docMk/>
          <pc:sldMk cId="0" sldId="281"/>
        </pc:sldMkLst>
      </pc:sldChg>
      <pc:sldChg chg="addSp delSp modSp add del mod setBg modNotes">
        <pc:chgData name="Weber (US), Matthew L" userId="861fdf2c-730d-4625-a5f8-eafe6f3c0385" providerId="ADAL" clId="{6080B634-2F70-4EF6-8A85-2BCD238F86E4}" dt="2025-11-14T16:10:10.838" v="638" actId="47"/>
        <pc:sldMkLst>
          <pc:docMk/>
          <pc:sldMk cId="0" sldId="282"/>
        </pc:sldMkLst>
        <pc:spChg chg="add mod">
          <ac:chgData name="Weber (US), Matthew L" userId="861fdf2c-730d-4625-a5f8-eafe6f3c0385" providerId="ADAL" clId="{6080B634-2F70-4EF6-8A85-2BCD238F86E4}" dt="2025-11-14T01:31:49.405" v="18"/>
          <ac:spMkLst>
            <pc:docMk/>
            <pc:sldMk cId="0" sldId="282"/>
            <ac:spMk id="2" creationId="{365AB682-8866-8CEC-9ACC-1501E8C199CE}"/>
          </ac:spMkLst>
        </pc:spChg>
        <pc:spChg chg="add del mod">
          <ac:chgData name="Weber (US), Matthew L" userId="861fdf2c-730d-4625-a5f8-eafe6f3c0385" providerId="ADAL" clId="{6080B634-2F70-4EF6-8A85-2BCD238F86E4}" dt="2025-11-14T01:32:57.911" v="45" actId="478"/>
          <ac:spMkLst>
            <pc:docMk/>
            <pc:sldMk cId="0" sldId="282"/>
            <ac:spMk id="4" creationId="{D61BC811-6750-FC2D-2AB8-FCFDE4C83188}"/>
          </ac:spMkLst>
        </pc:spChg>
        <pc:spChg chg="add mod">
          <ac:chgData name="Weber (US), Matthew L" userId="861fdf2c-730d-4625-a5f8-eafe6f3c0385" providerId="ADAL" clId="{6080B634-2F70-4EF6-8A85-2BCD238F86E4}" dt="2025-11-14T01:33:01.006" v="46" actId="1076"/>
          <ac:spMkLst>
            <pc:docMk/>
            <pc:sldMk cId="0" sldId="282"/>
            <ac:spMk id="5" creationId="{340791C8-DAB3-CEE2-AF51-F4E667BFC57B}"/>
          </ac:spMkLst>
        </pc:spChg>
        <pc:spChg chg="add del mod">
          <ac:chgData name="Weber (US), Matthew L" userId="861fdf2c-730d-4625-a5f8-eafe6f3c0385" providerId="ADAL" clId="{6080B634-2F70-4EF6-8A85-2BCD238F86E4}" dt="2025-11-14T01:33:02.648" v="47" actId="478"/>
          <ac:spMkLst>
            <pc:docMk/>
            <pc:sldMk cId="0" sldId="282"/>
            <ac:spMk id="6" creationId="{FE1DFD80-04A4-6F53-5BA9-57EA2BE20AE7}"/>
          </ac:spMkLst>
        </pc:spChg>
        <pc:spChg chg="del mod">
          <ac:chgData name="Weber (US), Matthew L" userId="861fdf2c-730d-4625-a5f8-eafe6f3c0385" providerId="ADAL" clId="{6080B634-2F70-4EF6-8A85-2BCD238F86E4}" dt="2025-11-14T01:32:49.658" v="41" actId="478"/>
          <ac:spMkLst>
            <pc:docMk/>
            <pc:sldMk cId="0" sldId="282"/>
            <ac:spMk id="68" creationId="{00000000-0000-0000-0000-000000000000}"/>
          </ac:spMkLst>
        </pc:spChg>
        <pc:spChg chg="mod">
          <ac:chgData name="Weber (US), Matthew L" userId="861fdf2c-730d-4625-a5f8-eafe6f3c0385" providerId="ADAL" clId="{6080B634-2F70-4EF6-8A85-2BCD238F86E4}" dt="2025-11-14T01:34:55.585" v="65" actId="1076"/>
          <ac:spMkLst>
            <pc:docMk/>
            <pc:sldMk cId="0" sldId="282"/>
            <ac:spMk id="69" creationId="{00000000-0000-0000-0000-000000000000}"/>
          </ac:spMkLst>
        </pc:spChg>
      </pc:sldChg>
      <pc:sldChg chg="addSp delSp modSp add mod modNotes">
        <pc:chgData name="Weber (US), Matthew L" userId="861fdf2c-730d-4625-a5f8-eafe6f3c0385" providerId="ADAL" clId="{6080B634-2F70-4EF6-8A85-2BCD238F86E4}" dt="2025-11-14T01:34:25.064" v="57" actId="478"/>
        <pc:sldMkLst>
          <pc:docMk/>
          <pc:sldMk cId="0" sldId="283"/>
        </pc:sldMkLst>
        <pc:spChg chg="add mod">
          <ac:chgData name="Weber (US), Matthew L" userId="861fdf2c-730d-4625-a5f8-eafe6f3c0385" providerId="ADAL" clId="{6080B634-2F70-4EF6-8A85-2BCD238F86E4}" dt="2025-11-14T01:34:20.626" v="55"/>
          <ac:spMkLst>
            <pc:docMk/>
            <pc:sldMk cId="0" sldId="283"/>
            <ac:spMk id="2" creationId="{00A62B50-C199-C271-7B38-2B760B718910}"/>
          </ac:spMkLst>
        </pc:spChg>
        <pc:spChg chg="del">
          <ac:chgData name="Weber (US), Matthew L" userId="861fdf2c-730d-4625-a5f8-eafe6f3c0385" providerId="ADAL" clId="{6080B634-2F70-4EF6-8A85-2BCD238F86E4}" dt="2025-11-14T01:34:25.064" v="57" actId="478"/>
          <ac:spMkLst>
            <pc:docMk/>
            <pc:sldMk cId="0" sldId="283"/>
            <ac:spMk id="80" creationId="{00000000-0000-0000-0000-000000000000}"/>
          </ac:spMkLst>
        </pc:spChg>
        <pc:spChg chg="del">
          <ac:chgData name="Weber (US), Matthew L" userId="861fdf2c-730d-4625-a5f8-eafe6f3c0385" providerId="ADAL" clId="{6080B634-2F70-4EF6-8A85-2BCD238F86E4}" dt="2025-11-14T01:34:23.353" v="56" actId="478"/>
          <ac:spMkLst>
            <pc:docMk/>
            <pc:sldMk cId="0" sldId="283"/>
            <ac:spMk id="81" creationId="{00000000-0000-0000-0000-000000000000}"/>
          </ac:spMkLst>
        </pc:spChg>
        <pc:picChg chg="add mod">
          <ac:chgData name="Weber (US), Matthew L" userId="861fdf2c-730d-4625-a5f8-eafe6f3c0385" providerId="ADAL" clId="{6080B634-2F70-4EF6-8A85-2BCD238F86E4}" dt="2025-11-14T01:34:20.626" v="55"/>
          <ac:picMkLst>
            <pc:docMk/>
            <pc:sldMk cId="0" sldId="283"/>
            <ac:picMk id="3" creationId="{84ACF2F5-8D64-07CC-4E6C-2ACBF5FB1393}"/>
          </ac:picMkLst>
        </pc:picChg>
        <pc:picChg chg="add mod">
          <ac:chgData name="Weber (US), Matthew L" userId="861fdf2c-730d-4625-a5f8-eafe6f3c0385" providerId="ADAL" clId="{6080B634-2F70-4EF6-8A85-2BCD238F86E4}" dt="2025-11-14T01:34:20.626" v="55"/>
          <ac:picMkLst>
            <pc:docMk/>
            <pc:sldMk cId="0" sldId="283"/>
            <ac:picMk id="4" creationId="{DEF467CB-70CC-DED5-7E2A-B26820D80BC9}"/>
          </ac:picMkLst>
        </pc:picChg>
      </pc:sldChg>
      <pc:sldChg chg="addSp delSp modSp add mod">
        <pc:chgData name="Weber (US), Matthew L" userId="861fdf2c-730d-4625-a5f8-eafe6f3c0385" providerId="ADAL" clId="{6080B634-2F70-4EF6-8A85-2BCD238F86E4}" dt="2025-11-14T15:38:30.816" v="634" actId="14100"/>
        <pc:sldMkLst>
          <pc:docMk/>
          <pc:sldMk cId="3323966538" sldId="284"/>
        </pc:sldMkLst>
        <pc:spChg chg="mod">
          <ac:chgData name="Weber (US), Matthew L" userId="861fdf2c-730d-4625-a5f8-eafe6f3c0385" providerId="ADAL" clId="{6080B634-2F70-4EF6-8A85-2BCD238F86E4}" dt="2025-11-14T01:42:32.433" v="227" actId="14100"/>
          <ac:spMkLst>
            <pc:docMk/>
            <pc:sldMk cId="3323966538" sldId="284"/>
            <ac:spMk id="2" creationId="{7D99D8D7-7FFD-CC6F-6B27-0F09DF9F29DB}"/>
          </ac:spMkLst>
        </pc:spChg>
        <pc:spChg chg="del mod">
          <ac:chgData name="Weber (US), Matthew L" userId="861fdf2c-730d-4625-a5f8-eafe6f3c0385" providerId="ADAL" clId="{6080B634-2F70-4EF6-8A85-2BCD238F86E4}" dt="2025-11-14T01:44:40.662" v="279" actId="478"/>
          <ac:spMkLst>
            <pc:docMk/>
            <pc:sldMk cId="3323966538" sldId="284"/>
            <ac:spMk id="3" creationId="{303B46D4-F8A6-B988-D435-2A700741FD99}"/>
          </ac:spMkLst>
        </pc:spChg>
        <pc:spChg chg="del">
          <ac:chgData name="Weber (US), Matthew L" userId="861fdf2c-730d-4625-a5f8-eafe6f3c0385" providerId="ADAL" clId="{6080B634-2F70-4EF6-8A85-2BCD238F86E4}" dt="2025-11-14T01:42:59.296" v="264" actId="478"/>
          <ac:spMkLst>
            <pc:docMk/>
            <pc:sldMk cId="3323966538" sldId="284"/>
            <ac:spMk id="6" creationId="{2AF68404-FDB2-CB10-EB04-F2A12EC0D51A}"/>
          </ac:spMkLst>
        </pc:spChg>
        <pc:spChg chg="add del">
          <ac:chgData name="Weber (US), Matthew L" userId="861fdf2c-730d-4625-a5f8-eafe6f3c0385" providerId="ADAL" clId="{6080B634-2F70-4EF6-8A85-2BCD238F86E4}" dt="2025-11-14T01:44:19.747" v="278" actId="22"/>
          <ac:spMkLst>
            <pc:docMk/>
            <pc:sldMk cId="3323966538" sldId="284"/>
            <ac:spMk id="7" creationId="{326C10E6-CB24-4297-31B5-96AF87CD15BA}"/>
          </ac:spMkLst>
        </pc:spChg>
        <pc:spChg chg="add del mod">
          <ac:chgData name="Weber (US), Matthew L" userId="861fdf2c-730d-4625-a5f8-eafe6f3c0385" providerId="ADAL" clId="{6080B634-2F70-4EF6-8A85-2BCD238F86E4}" dt="2025-11-14T01:44:42.954" v="280" actId="478"/>
          <ac:spMkLst>
            <pc:docMk/>
            <pc:sldMk cId="3323966538" sldId="284"/>
            <ac:spMk id="9" creationId="{77412309-A991-BF9D-06C8-70BED22D5F47}"/>
          </ac:spMkLst>
        </pc:spChg>
        <pc:spChg chg="add mod">
          <ac:chgData name="Weber (US), Matthew L" userId="861fdf2c-730d-4625-a5f8-eafe6f3c0385" providerId="ADAL" clId="{6080B634-2F70-4EF6-8A85-2BCD238F86E4}" dt="2025-11-14T15:38:30.816" v="634" actId="14100"/>
          <ac:spMkLst>
            <pc:docMk/>
            <pc:sldMk cId="3323966538" sldId="284"/>
            <ac:spMk id="12" creationId="{AB2C4937-7CE0-225D-0DB2-9D65539D952E}"/>
          </ac:spMkLst>
        </pc:spChg>
        <pc:spChg chg="add mod">
          <ac:chgData name="Weber (US), Matthew L" userId="861fdf2c-730d-4625-a5f8-eafe6f3c0385" providerId="ADAL" clId="{6080B634-2F70-4EF6-8A85-2BCD238F86E4}" dt="2025-11-14T15:36:28.857" v="586" actId="208"/>
          <ac:spMkLst>
            <pc:docMk/>
            <pc:sldMk cId="3323966538" sldId="284"/>
            <ac:spMk id="13" creationId="{8159732D-4335-0DFC-E192-2C4BDDDE1FD0}"/>
          </ac:spMkLst>
        </pc:spChg>
        <pc:picChg chg="del mod">
          <ac:chgData name="Weber (US), Matthew L" userId="861fdf2c-730d-4625-a5f8-eafe6f3c0385" providerId="ADAL" clId="{6080B634-2F70-4EF6-8A85-2BCD238F86E4}" dt="2025-11-14T01:43:39.471" v="276" actId="478"/>
          <ac:picMkLst>
            <pc:docMk/>
            <pc:sldMk cId="3323966538" sldId="284"/>
            <ac:picMk id="5" creationId="{37A344AC-7800-7334-B09A-34D65276B7A8}"/>
          </ac:picMkLst>
        </pc:picChg>
        <pc:picChg chg="add mod">
          <ac:chgData name="Weber (US), Matthew L" userId="861fdf2c-730d-4625-a5f8-eafe6f3c0385" providerId="ADAL" clId="{6080B634-2F70-4EF6-8A85-2BCD238F86E4}" dt="2025-11-14T14:44:40.342" v="565" actId="14100"/>
          <ac:picMkLst>
            <pc:docMk/>
            <pc:sldMk cId="3323966538" sldId="284"/>
            <ac:picMk id="11" creationId="{53C4CC24-25F0-1A35-80AB-CD2F637AD65D}"/>
          </ac:picMkLst>
        </pc:picChg>
        <pc:picChg chg="add mod">
          <ac:chgData name="Weber (US), Matthew L" userId="861fdf2c-730d-4625-a5f8-eafe6f3c0385" providerId="ADAL" clId="{6080B634-2F70-4EF6-8A85-2BCD238F86E4}" dt="2025-11-14T15:37:54.133" v="632" actId="1076"/>
          <ac:picMkLst>
            <pc:docMk/>
            <pc:sldMk cId="3323966538" sldId="284"/>
            <ac:picMk id="15" creationId="{B1ABBBFF-2FEC-5877-E9C2-03951C09DEC8}"/>
          </ac:picMkLst>
        </pc:picChg>
      </pc:sldChg>
      <pc:sldChg chg="modSp add del mod">
        <pc:chgData name="Weber (US), Matthew L" userId="861fdf2c-730d-4625-a5f8-eafe6f3c0385" providerId="ADAL" clId="{6080B634-2F70-4EF6-8A85-2BCD238F86E4}" dt="2025-11-14T16:10:36.922" v="644" actId="27636"/>
        <pc:sldMkLst>
          <pc:docMk/>
          <pc:sldMk cId="0" sldId="285"/>
        </pc:sldMkLst>
        <pc:spChg chg="mod">
          <ac:chgData name="Weber (US), Matthew L" userId="861fdf2c-730d-4625-a5f8-eafe6f3c0385" providerId="ADAL" clId="{6080B634-2F70-4EF6-8A85-2BCD238F86E4}" dt="2025-11-14T16:10:36.922" v="644" actId="27636"/>
          <ac:spMkLst>
            <pc:docMk/>
            <pc:sldMk cId="0" sldId="285"/>
            <ac:spMk id="107" creationId="{00000000-0000-0000-0000-000000000000}"/>
          </ac:spMkLst>
        </pc:spChg>
      </pc:sldChg>
      <pc:sldMasterChg chg="delSldLayout modSldLayout">
        <pc:chgData name="Weber (US), Matthew L" userId="861fdf2c-730d-4625-a5f8-eafe6f3c0385" providerId="ADAL" clId="{6080B634-2F70-4EF6-8A85-2BCD238F86E4}" dt="2025-11-14T01:35:52.145" v="69"/>
        <pc:sldMasterMkLst>
          <pc:docMk/>
          <pc:sldMasterMk cId="0" sldId="2147483654"/>
        </pc:sldMasterMkLst>
        <pc:sldLayoutChg chg="del">
          <pc:chgData name="Weber (US), Matthew L" userId="861fdf2c-730d-4625-a5f8-eafe6f3c0385" providerId="ADAL" clId="{6080B634-2F70-4EF6-8A85-2BCD238F86E4}" dt="2025-11-14T01:33:22.064" v="51" actId="47"/>
          <pc:sldLayoutMkLst>
            <pc:docMk/>
            <pc:sldMasterMk cId="0" sldId="2147483654"/>
            <pc:sldLayoutMk cId="0" sldId="2147483648"/>
          </pc:sldLayoutMkLst>
        </pc:sldLayoutChg>
        <pc:sldLayoutChg chg="addSp modSp">
          <pc:chgData name="Weber (US), Matthew L" userId="861fdf2c-730d-4625-a5f8-eafe6f3c0385" providerId="ADAL" clId="{6080B634-2F70-4EF6-8A85-2BCD238F86E4}" dt="2025-11-14T01:35:52.145" v="69"/>
          <pc:sldLayoutMkLst>
            <pc:docMk/>
            <pc:sldMasterMk cId="0" sldId="2147483654"/>
            <pc:sldLayoutMk cId="0" sldId="2147483650"/>
          </pc:sldLayoutMkLst>
          <pc:spChg chg="add mod">
            <ac:chgData name="Weber (US), Matthew L" userId="861fdf2c-730d-4625-a5f8-eafe6f3c0385" providerId="ADAL" clId="{6080B634-2F70-4EF6-8A85-2BCD238F86E4}" dt="2025-11-14T01:35:52.145" v="69"/>
            <ac:spMkLst>
              <pc:docMk/>
              <pc:sldMasterMk cId="0" sldId="2147483654"/>
              <pc:sldLayoutMk cId="0" sldId="2147483650"/>
              <ac:spMk id="7" creationId="{86498CF1-1260-EA81-F949-CF88FE4CBD04}"/>
            </ac:spMkLst>
          </pc:spChg>
          <pc:picChg chg="add mod">
            <ac:chgData name="Weber (US), Matthew L" userId="861fdf2c-730d-4625-a5f8-eafe6f3c0385" providerId="ADAL" clId="{6080B634-2F70-4EF6-8A85-2BCD238F86E4}" dt="2025-11-14T01:35:34.137" v="68"/>
            <ac:picMkLst>
              <pc:docMk/>
              <pc:sldMasterMk cId="0" sldId="2147483654"/>
              <pc:sldLayoutMk cId="0" sldId="2147483650"/>
              <ac:picMk id="3" creationId="{486C538F-4392-59F1-FEA9-2AA1E667B8FE}"/>
            </ac:picMkLst>
          </pc:picChg>
          <pc:picChg chg="add mod">
            <ac:chgData name="Weber (US), Matthew L" userId="861fdf2c-730d-4625-a5f8-eafe6f3c0385" providerId="ADAL" clId="{6080B634-2F70-4EF6-8A85-2BCD238F86E4}" dt="2025-11-14T01:35:34.137" v="68"/>
            <ac:picMkLst>
              <pc:docMk/>
              <pc:sldMasterMk cId="0" sldId="2147483654"/>
              <pc:sldLayoutMk cId="0" sldId="2147483650"/>
              <ac:picMk id="6" creationId="{649C4A57-CD8D-47AC-169D-39866EA507A9}"/>
            </ac:picMkLst>
          </pc:picChg>
          <pc:cxnChg chg="add mod">
            <ac:chgData name="Weber (US), Matthew L" userId="861fdf2c-730d-4625-a5f8-eafe6f3c0385" providerId="ADAL" clId="{6080B634-2F70-4EF6-8A85-2BCD238F86E4}" dt="2025-11-14T01:35:27.280" v="67"/>
            <ac:cxnSpMkLst>
              <pc:docMk/>
              <pc:sldMasterMk cId="0" sldId="2147483654"/>
              <pc:sldLayoutMk cId="0" sldId="2147483650"/>
              <ac:cxnSpMk id="2" creationId="{35E2BE52-5D97-ABA2-7702-0620B91A52CD}"/>
            </ac:cxnSpMkLst>
          </pc:cxnChg>
          <pc:cxnChg chg="add mod">
            <ac:chgData name="Weber (US), Matthew L" userId="861fdf2c-730d-4625-a5f8-eafe6f3c0385" providerId="ADAL" clId="{6080B634-2F70-4EF6-8A85-2BCD238F86E4}" dt="2025-11-14T01:35:34.137" v="68"/>
            <ac:cxnSpMkLst>
              <pc:docMk/>
              <pc:sldMasterMk cId="0" sldId="2147483654"/>
              <pc:sldLayoutMk cId="0" sldId="2147483650"/>
              <ac:cxnSpMk id="4" creationId="{19A16F3B-BDA7-71D5-48C6-98FB1B907D59}"/>
            </ac:cxnSpMkLst>
          </pc:cxnChg>
          <pc:cxnChg chg="add mod">
            <ac:chgData name="Weber (US), Matthew L" userId="861fdf2c-730d-4625-a5f8-eafe6f3c0385" providerId="ADAL" clId="{6080B634-2F70-4EF6-8A85-2BCD238F86E4}" dt="2025-11-14T01:35:34.137" v="68"/>
            <ac:cxnSpMkLst>
              <pc:docMk/>
              <pc:sldMasterMk cId="0" sldId="2147483654"/>
              <pc:sldLayoutMk cId="0" sldId="2147483650"/>
              <ac:cxnSpMk id="5" creationId="{859672FC-AF7B-20BE-2542-E38CF579B275}"/>
            </ac:cxnSpMkLst>
          </pc:cxnChg>
        </pc:sldLayoutChg>
        <pc:sldLayoutChg chg="del">
          <pc:chgData name="Weber (US), Matthew L" userId="861fdf2c-730d-4625-a5f8-eafe6f3c0385" providerId="ADAL" clId="{6080B634-2F70-4EF6-8A85-2BCD238F86E4}" dt="2025-11-14T01:34:28.033" v="58" actId="47"/>
          <pc:sldLayoutMkLst>
            <pc:docMk/>
            <pc:sldMasterMk cId="0" sldId="2147483654"/>
            <pc:sldLayoutMk cId="0" sldId="2147483651"/>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33dc9499867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33dc9499867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5f61e1cf29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5f61e1cf29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5f61e1cf29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5f61e1cf29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5f61e1cf29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5f61e1cf29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5f61e1cf29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5f61e1cf29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CF755ACF-77FC-866E-F955-80834DA1565D}"/>
            </a:ext>
          </a:extLst>
        </p:cNvPr>
        <p:cNvGrpSpPr/>
        <p:nvPr/>
      </p:nvGrpSpPr>
      <p:grpSpPr>
        <a:xfrm>
          <a:off x="0" y="0"/>
          <a:ext cx="0" cy="0"/>
          <a:chOff x="0" y="0"/>
          <a:chExt cx="0" cy="0"/>
        </a:xfrm>
      </p:grpSpPr>
      <p:sp>
        <p:nvSpPr>
          <p:cNvPr id="51" name="Google Shape;51;g5f61e1cf29_0_31:notes">
            <a:extLst>
              <a:ext uri="{FF2B5EF4-FFF2-40B4-BE49-F238E27FC236}">
                <a16:creationId xmlns:a16="http://schemas.microsoft.com/office/drawing/2014/main" id="{A417AA74-ECE0-0C44-E5F2-A7057173377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5f61e1cf29_0_31:notes">
            <a:extLst>
              <a:ext uri="{FF2B5EF4-FFF2-40B4-BE49-F238E27FC236}">
                <a16:creationId xmlns:a16="http://schemas.microsoft.com/office/drawing/2014/main" id="{43B1D799-D72F-8F50-C3B5-E5F3E4BACDA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spcAft>
                <a:spcPts val="800"/>
              </a:spcAft>
              <a:buNone/>
            </a:pPr>
            <a:r>
              <a:rPr lang="en-US" dirty="0"/>
              <a:t>partitioning - “technique for providing isolation between software components to contain and/or isolate faults and potentially reduce the effort of the software verification process” == freedom of interference</a:t>
            </a:r>
          </a:p>
          <a:p>
            <a:pPr marL="0" indent="0">
              <a:spcAft>
                <a:spcPts val="800"/>
              </a:spcAft>
              <a:buNone/>
            </a:pPr>
            <a:r>
              <a:rPr lang="en-US" dirty="0"/>
              <a:t>partitioned software component</a:t>
            </a:r>
          </a:p>
          <a:p>
            <a:pPr marL="0" indent="0">
              <a:spcAft>
                <a:spcPts val="800"/>
              </a:spcAft>
              <a:buNone/>
            </a:pPr>
            <a:r>
              <a:rPr lang="en-US" dirty="0"/>
              <a:t>- space - “should not be allowed to contaminate another partitioned software component(s) code, input/output, or data storage areas”</a:t>
            </a:r>
          </a:p>
          <a:p>
            <a:pPr marL="0" indent="0">
              <a:spcAft>
                <a:spcPts val="800"/>
              </a:spcAft>
              <a:buNone/>
            </a:pPr>
            <a:r>
              <a:rPr lang="en-US" dirty="0"/>
              <a:t>- time - “should be allowed to consume shared processor resources only during its scheduled period of execution”.</a:t>
            </a:r>
          </a:p>
          <a:p>
            <a:pPr marL="0" indent="0">
              <a:spcAft>
                <a:spcPts val="800"/>
              </a:spcAft>
              <a:buNone/>
            </a:pPr>
            <a:endParaRPr lang="en-US" dirty="0"/>
          </a:p>
          <a:p>
            <a:pPr marL="0" lvl="0" indent="0" algn="l" rtl="0">
              <a:spcBef>
                <a:spcPts val="0"/>
              </a:spcBef>
              <a:spcAft>
                <a:spcPts val="0"/>
              </a:spcAft>
              <a:buNone/>
            </a:pPr>
            <a:endParaRPr dirty="0"/>
          </a:p>
        </p:txBody>
      </p:sp>
    </p:spTree>
    <p:extLst>
      <p:ext uri="{BB962C8B-B14F-4D97-AF65-F5344CB8AC3E}">
        <p14:creationId xmlns:p14="http://schemas.microsoft.com/office/powerpoint/2010/main" val="4927793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B6A23747-7D3A-B90E-6060-76B261356DB5}"/>
            </a:ext>
          </a:extLst>
        </p:cNvPr>
        <p:cNvGrpSpPr/>
        <p:nvPr/>
      </p:nvGrpSpPr>
      <p:grpSpPr>
        <a:xfrm>
          <a:off x="0" y="0"/>
          <a:ext cx="0" cy="0"/>
          <a:chOff x="0" y="0"/>
          <a:chExt cx="0" cy="0"/>
        </a:xfrm>
      </p:grpSpPr>
      <p:sp>
        <p:nvSpPr>
          <p:cNvPr id="51" name="Google Shape;51;g5f61e1cf29_0_31:notes">
            <a:extLst>
              <a:ext uri="{FF2B5EF4-FFF2-40B4-BE49-F238E27FC236}">
                <a16:creationId xmlns:a16="http://schemas.microsoft.com/office/drawing/2014/main" id="{EACE524A-44D5-ABD1-9DEB-57188B3F42E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5f61e1cf29_0_31:notes">
            <a:extLst>
              <a:ext uri="{FF2B5EF4-FFF2-40B4-BE49-F238E27FC236}">
                <a16:creationId xmlns:a16="http://schemas.microsoft.com/office/drawing/2014/main" id="{0FF99302-641B-ACC7-6411-875BE9AF7D1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16191603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3F2B82DD-016C-0F3B-6D1D-DAA3924FD799}"/>
            </a:ext>
          </a:extLst>
        </p:cNvPr>
        <p:cNvGrpSpPr/>
        <p:nvPr/>
      </p:nvGrpSpPr>
      <p:grpSpPr>
        <a:xfrm>
          <a:off x="0" y="0"/>
          <a:ext cx="0" cy="0"/>
          <a:chOff x="0" y="0"/>
          <a:chExt cx="0" cy="0"/>
        </a:xfrm>
      </p:grpSpPr>
      <p:sp>
        <p:nvSpPr>
          <p:cNvPr id="51" name="Google Shape;51;g5f61e1cf29_0_31:notes">
            <a:extLst>
              <a:ext uri="{FF2B5EF4-FFF2-40B4-BE49-F238E27FC236}">
                <a16:creationId xmlns:a16="http://schemas.microsoft.com/office/drawing/2014/main" id="{D0689DB6-2AC3-0F88-C4DF-FA2D1795527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5f61e1cf29_0_31:notes">
            <a:extLst>
              <a:ext uri="{FF2B5EF4-FFF2-40B4-BE49-F238E27FC236}">
                <a16:creationId xmlns:a16="http://schemas.microsoft.com/office/drawing/2014/main" id="{0A1E9215-80B5-37AA-B3AF-219C8F1D3BB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err="1"/>
              <a:t>QRCode</a:t>
            </a:r>
            <a:r>
              <a:rPr lang="en-US" dirty="0"/>
              <a:t> – It’s another ELISA seminar reference that talks through the demonstration of “safe”, objectives and artifacts. https://youtu.be/XGuYNjr7fJo?t=215   (stop at 6:25 before the coverage topic)</a:t>
            </a:r>
          </a:p>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Tree>
    <p:extLst>
      <p:ext uri="{BB962C8B-B14F-4D97-AF65-F5344CB8AC3E}">
        <p14:creationId xmlns:p14="http://schemas.microsoft.com/office/powerpoint/2010/main" val="3663875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6C782FF4-FA42-5991-89E9-DACA067DD97D}"/>
            </a:ext>
          </a:extLst>
        </p:cNvPr>
        <p:cNvGrpSpPr/>
        <p:nvPr/>
      </p:nvGrpSpPr>
      <p:grpSpPr>
        <a:xfrm>
          <a:off x="0" y="0"/>
          <a:ext cx="0" cy="0"/>
          <a:chOff x="0" y="0"/>
          <a:chExt cx="0" cy="0"/>
        </a:xfrm>
      </p:grpSpPr>
      <p:sp>
        <p:nvSpPr>
          <p:cNvPr id="51" name="Google Shape;51;g5f61e1cf29_0_31:notes">
            <a:extLst>
              <a:ext uri="{FF2B5EF4-FFF2-40B4-BE49-F238E27FC236}">
                <a16:creationId xmlns:a16="http://schemas.microsoft.com/office/drawing/2014/main" id="{4E62875F-F63B-9769-B911-1E4F81B4762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5f61e1cf29_0_31:notes">
            <a:extLst>
              <a:ext uri="{FF2B5EF4-FFF2-40B4-BE49-F238E27FC236}">
                <a16:creationId xmlns:a16="http://schemas.microsoft.com/office/drawing/2014/main" id="{42954530-51DC-0A78-ECED-0CA1510C94A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750585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68184702-0321-F8BD-7F06-35EF0A9E4DEA}"/>
            </a:ext>
          </a:extLst>
        </p:cNvPr>
        <p:cNvGrpSpPr/>
        <p:nvPr/>
      </p:nvGrpSpPr>
      <p:grpSpPr>
        <a:xfrm>
          <a:off x="0" y="0"/>
          <a:ext cx="0" cy="0"/>
          <a:chOff x="0" y="0"/>
          <a:chExt cx="0" cy="0"/>
        </a:xfrm>
      </p:grpSpPr>
      <p:sp>
        <p:nvSpPr>
          <p:cNvPr id="51" name="Google Shape;51;g5f61e1cf29_0_31:notes">
            <a:extLst>
              <a:ext uri="{FF2B5EF4-FFF2-40B4-BE49-F238E27FC236}">
                <a16:creationId xmlns:a16="http://schemas.microsoft.com/office/drawing/2014/main" id="{2E6F71E1-FAEA-2A0D-6F04-ADE8533BD28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5f61e1cf29_0_31:notes">
            <a:extLst>
              <a:ext uri="{FF2B5EF4-FFF2-40B4-BE49-F238E27FC236}">
                <a16:creationId xmlns:a16="http://schemas.microsoft.com/office/drawing/2014/main" id="{5F46A706-9014-641D-A1B5-49EA2119836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562150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774187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199DC-7C90-D053-3086-BD9AC38942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A5298F-65B4-30C2-5B4D-02BDA920EA4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7FAEE87-F6FC-FED4-C23E-BBDFBE233F09}"/>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1588380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F148A084-4B8D-2598-AE77-3A091007DF0E}"/>
            </a:ext>
          </a:extLst>
        </p:cNvPr>
        <p:cNvGrpSpPr/>
        <p:nvPr/>
      </p:nvGrpSpPr>
      <p:grpSpPr>
        <a:xfrm>
          <a:off x="0" y="0"/>
          <a:ext cx="0" cy="0"/>
          <a:chOff x="0" y="0"/>
          <a:chExt cx="0" cy="0"/>
        </a:xfrm>
      </p:grpSpPr>
      <p:sp>
        <p:nvSpPr>
          <p:cNvPr id="51" name="Google Shape;51;g5f61e1cf29_0_31:notes">
            <a:extLst>
              <a:ext uri="{FF2B5EF4-FFF2-40B4-BE49-F238E27FC236}">
                <a16:creationId xmlns:a16="http://schemas.microsoft.com/office/drawing/2014/main" id="{50728F5E-2D22-B2E7-7DA1-36933635358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5f61e1cf29_0_31:notes">
            <a:extLst>
              <a:ext uri="{FF2B5EF4-FFF2-40B4-BE49-F238E27FC236}">
                <a16:creationId xmlns:a16="http://schemas.microsoft.com/office/drawing/2014/main" id="{9C43ADE7-5B2E-12B9-C49A-F3934523FED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017315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26bcd50e899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26bcd50e899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33dc949986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33dc949986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Master" Target="../slideMasters/slideMaster2.xml"/><Relationship Id="rId5" Type="http://schemas.openxmlformats.org/officeDocument/2006/relationships/image" Target="../media/image2.png"/><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Master" Target="../slideMasters/slideMaster2.xml"/><Relationship Id="rId6" Type="http://schemas.openxmlformats.org/officeDocument/2006/relationships/image" Target="../media/image2.png"/><Relationship Id="rId5" Type="http://schemas.openxmlformats.org/officeDocument/2006/relationships/image" Target="../media/image9.png"/><Relationship Id="rId4"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 Id="rId5" Type="http://schemas.openxmlformats.org/officeDocument/2006/relationships/image" Target="../media/image3.png"/><Relationship Id="rId4"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gradFill>
          <a:gsLst>
            <a:gs pos="0">
              <a:srgbClr val="424242"/>
            </a:gs>
            <a:gs pos="100000">
              <a:srgbClr val="010101"/>
            </a:gs>
          </a:gsLst>
          <a:lin ang="5400012" scaled="0"/>
        </a:gradFill>
        <a:effectLst/>
      </p:bgPr>
    </p:bg>
    <p:spTree>
      <p:nvGrpSpPr>
        <p:cNvPr id="1" name="Shape 14"/>
        <p:cNvGrpSpPr/>
        <p:nvPr/>
      </p:nvGrpSpPr>
      <p:grpSpPr>
        <a:xfrm>
          <a:off x="0" y="0"/>
          <a:ext cx="0" cy="0"/>
          <a:chOff x="0" y="0"/>
          <a:chExt cx="0" cy="0"/>
        </a:xfrm>
      </p:grpSpPr>
      <p:sp>
        <p:nvSpPr>
          <p:cNvPr id="15" name="Google Shape;15;p3"/>
          <p:cNvSpPr txBox="1">
            <a:spLocks noGrp="1"/>
          </p:cNvSpPr>
          <p:nvPr>
            <p:ph type="sldNum" idx="12"/>
          </p:nvPr>
        </p:nvSpPr>
        <p:spPr>
          <a:xfrm>
            <a:off x="8352650" y="4916400"/>
            <a:ext cx="746400" cy="202200"/>
          </a:xfrm>
          <a:prstGeom prst="rect">
            <a:avLst/>
          </a:prstGeom>
        </p:spPr>
        <p:txBody>
          <a:bodyPr spcFirstLastPara="1" wrap="square" lIns="91425" tIns="91425" rIns="91425" bIns="91425" anchor="ctr" anchorCtr="0">
            <a:noAutofit/>
          </a:bodyPr>
          <a:lstStyle>
            <a:lvl1pPr lvl="0">
              <a:buNone/>
              <a:defRPr>
                <a:solidFill>
                  <a:srgbClr val="FFFFFF"/>
                </a:solidFill>
              </a:defRPr>
            </a:lvl1pPr>
            <a:lvl2pPr lvl="1">
              <a:buNone/>
              <a:defRPr>
                <a:solidFill>
                  <a:srgbClr val="FFFFFF"/>
                </a:solidFill>
              </a:defRPr>
            </a:lvl2pPr>
            <a:lvl3pPr lvl="2">
              <a:buNone/>
              <a:defRPr>
                <a:solidFill>
                  <a:srgbClr val="FFFFFF"/>
                </a:solidFill>
              </a:defRPr>
            </a:lvl3pPr>
            <a:lvl4pPr lvl="3">
              <a:buNone/>
              <a:defRPr>
                <a:solidFill>
                  <a:srgbClr val="FFFFFF"/>
                </a:solidFill>
              </a:defRPr>
            </a:lvl4pPr>
            <a:lvl5pPr lvl="4">
              <a:buNone/>
              <a:defRPr>
                <a:solidFill>
                  <a:srgbClr val="FFFFFF"/>
                </a:solidFill>
              </a:defRPr>
            </a:lvl5pPr>
            <a:lvl6pPr lvl="5">
              <a:buNone/>
              <a:defRPr>
                <a:solidFill>
                  <a:srgbClr val="FFFFFF"/>
                </a:solidFill>
              </a:defRPr>
            </a:lvl6pPr>
            <a:lvl7pPr lvl="6">
              <a:buNone/>
              <a:defRPr>
                <a:solidFill>
                  <a:srgbClr val="FFFFFF"/>
                </a:solidFill>
              </a:defRPr>
            </a:lvl7pPr>
            <a:lvl8pPr lvl="7">
              <a:buNone/>
              <a:defRPr>
                <a:solidFill>
                  <a:srgbClr val="FFFFFF"/>
                </a:solidFill>
              </a:defRPr>
            </a:lvl8pPr>
            <a:lvl9pPr lvl="8">
              <a:buNone/>
              <a:defRPr>
                <a:solidFill>
                  <a:srgbClr val="FFFFFF"/>
                </a:solidFill>
              </a:defRPr>
            </a:lvl9pPr>
          </a:lstStyle>
          <a:p>
            <a:pPr marL="0" lvl="0" indent="0" algn="r" rtl="0">
              <a:spcBef>
                <a:spcPts val="0"/>
              </a:spcBef>
              <a:spcAft>
                <a:spcPts val="0"/>
              </a:spcAft>
              <a:buNone/>
            </a:pPr>
            <a:fld id="{00000000-1234-1234-1234-123412341234}" type="slidenum">
              <a:rPr lang="en"/>
              <a:t>‹#›</a:t>
            </a:fld>
            <a:endParaRPr/>
          </a:p>
        </p:txBody>
      </p:sp>
      <p:pic>
        <p:nvPicPr>
          <p:cNvPr id="16" name="Google Shape;16;p3"/>
          <p:cNvPicPr preferRelativeResize="0"/>
          <p:nvPr/>
        </p:nvPicPr>
        <p:blipFill>
          <a:blip r:embed="rId2">
            <a:alphaModFix/>
          </a:blip>
          <a:stretch>
            <a:fillRect/>
          </a:stretch>
        </p:blipFill>
        <p:spPr>
          <a:xfrm>
            <a:off x="319500" y="4618175"/>
            <a:ext cx="1108749" cy="409874"/>
          </a:xfrm>
          <a:prstGeom prst="rect">
            <a:avLst/>
          </a:prstGeom>
          <a:noFill/>
          <a:ln>
            <a:noFill/>
          </a:ln>
        </p:spPr>
      </p:pic>
      <p:sp>
        <p:nvSpPr>
          <p:cNvPr id="17" name="Google Shape;17;p3"/>
          <p:cNvSpPr txBox="1">
            <a:spLocks noGrp="1"/>
          </p:cNvSpPr>
          <p:nvPr>
            <p:ph type="ctrTitle"/>
          </p:nvPr>
        </p:nvSpPr>
        <p:spPr>
          <a:xfrm>
            <a:off x="319500" y="1783775"/>
            <a:ext cx="8505000" cy="1827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4400"/>
              <a:buNone/>
              <a:defRPr sz="4400">
                <a:solidFill>
                  <a:srgbClr val="FFFFFF"/>
                </a:solidFill>
              </a:defRPr>
            </a:lvl1pPr>
            <a:lvl2pPr lvl="1" algn="ctr" rtl="0">
              <a:spcBef>
                <a:spcPts val="0"/>
              </a:spcBef>
              <a:spcAft>
                <a:spcPts val="0"/>
              </a:spcAft>
              <a:buClr>
                <a:srgbClr val="FFFFFF"/>
              </a:buClr>
              <a:buSzPts val="4400"/>
              <a:buNone/>
              <a:defRPr sz="4400">
                <a:solidFill>
                  <a:srgbClr val="FFFFFF"/>
                </a:solidFill>
              </a:defRPr>
            </a:lvl2pPr>
            <a:lvl3pPr lvl="2" algn="ctr" rtl="0">
              <a:spcBef>
                <a:spcPts val="0"/>
              </a:spcBef>
              <a:spcAft>
                <a:spcPts val="0"/>
              </a:spcAft>
              <a:buClr>
                <a:srgbClr val="FFFFFF"/>
              </a:buClr>
              <a:buSzPts val="4400"/>
              <a:buNone/>
              <a:defRPr sz="4400">
                <a:solidFill>
                  <a:srgbClr val="FFFFFF"/>
                </a:solidFill>
              </a:defRPr>
            </a:lvl3pPr>
            <a:lvl4pPr lvl="3" algn="ctr" rtl="0">
              <a:spcBef>
                <a:spcPts val="0"/>
              </a:spcBef>
              <a:spcAft>
                <a:spcPts val="0"/>
              </a:spcAft>
              <a:buClr>
                <a:srgbClr val="FFFFFF"/>
              </a:buClr>
              <a:buSzPts val="4400"/>
              <a:buNone/>
              <a:defRPr sz="4400">
                <a:solidFill>
                  <a:srgbClr val="FFFFFF"/>
                </a:solidFill>
              </a:defRPr>
            </a:lvl4pPr>
            <a:lvl5pPr lvl="4" algn="ctr" rtl="0">
              <a:spcBef>
                <a:spcPts val="0"/>
              </a:spcBef>
              <a:spcAft>
                <a:spcPts val="0"/>
              </a:spcAft>
              <a:buClr>
                <a:srgbClr val="FFFFFF"/>
              </a:buClr>
              <a:buSzPts val="4400"/>
              <a:buNone/>
              <a:defRPr sz="4400">
                <a:solidFill>
                  <a:srgbClr val="FFFFFF"/>
                </a:solidFill>
              </a:defRPr>
            </a:lvl5pPr>
            <a:lvl6pPr lvl="5" algn="ctr" rtl="0">
              <a:spcBef>
                <a:spcPts val="0"/>
              </a:spcBef>
              <a:spcAft>
                <a:spcPts val="0"/>
              </a:spcAft>
              <a:buClr>
                <a:srgbClr val="FFFFFF"/>
              </a:buClr>
              <a:buSzPts val="4400"/>
              <a:buNone/>
              <a:defRPr sz="4400">
                <a:solidFill>
                  <a:srgbClr val="FFFFFF"/>
                </a:solidFill>
              </a:defRPr>
            </a:lvl6pPr>
            <a:lvl7pPr lvl="6" algn="ctr" rtl="0">
              <a:spcBef>
                <a:spcPts val="0"/>
              </a:spcBef>
              <a:spcAft>
                <a:spcPts val="0"/>
              </a:spcAft>
              <a:buClr>
                <a:srgbClr val="FFFFFF"/>
              </a:buClr>
              <a:buSzPts val="4400"/>
              <a:buNone/>
              <a:defRPr sz="4400">
                <a:solidFill>
                  <a:srgbClr val="FFFFFF"/>
                </a:solidFill>
              </a:defRPr>
            </a:lvl7pPr>
            <a:lvl8pPr lvl="7" algn="ctr" rtl="0">
              <a:spcBef>
                <a:spcPts val="0"/>
              </a:spcBef>
              <a:spcAft>
                <a:spcPts val="0"/>
              </a:spcAft>
              <a:buClr>
                <a:srgbClr val="FFFFFF"/>
              </a:buClr>
              <a:buSzPts val="4400"/>
              <a:buNone/>
              <a:defRPr sz="4400">
                <a:solidFill>
                  <a:srgbClr val="FFFFFF"/>
                </a:solidFill>
              </a:defRPr>
            </a:lvl8pPr>
            <a:lvl9pPr lvl="8" algn="ctr" rtl="0">
              <a:spcBef>
                <a:spcPts val="0"/>
              </a:spcBef>
              <a:spcAft>
                <a:spcPts val="0"/>
              </a:spcAft>
              <a:buClr>
                <a:srgbClr val="FFFFFF"/>
              </a:buClr>
              <a:buSzPts val="4400"/>
              <a:buNone/>
              <a:defRPr sz="4400">
                <a:solidFill>
                  <a:srgbClr val="FFFFFF"/>
                </a:solidFill>
              </a:defRPr>
            </a:lvl9pPr>
          </a:lstStyle>
          <a:p>
            <a:endParaRPr/>
          </a:p>
        </p:txBody>
      </p:sp>
      <p:pic>
        <p:nvPicPr>
          <p:cNvPr id="18" name="Google Shape;18;p3"/>
          <p:cNvPicPr preferRelativeResize="0"/>
          <p:nvPr/>
        </p:nvPicPr>
        <p:blipFill>
          <a:blip r:embed="rId3">
            <a:alphaModFix amt="20000"/>
          </a:blip>
          <a:stretch>
            <a:fillRect/>
          </a:stretch>
        </p:blipFill>
        <p:spPr>
          <a:xfrm>
            <a:off x="7713924" y="3562649"/>
            <a:ext cx="1430076" cy="15808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pic>
        <p:nvPicPr>
          <p:cNvPr id="20" name="Google Shape;20;p4"/>
          <p:cNvPicPr preferRelativeResize="0"/>
          <p:nvPr/>
        </p:nvPicPr>
        <p:blipFill>
          <a:blip r:embed="rId2">
            <a:alphaModFix amt="20000"/>
          </a:blip>
          <a:stretch>
            <a:fillRect/>
          </a:stretch>
        </p:blipFill>
        <p:spPr>
          <a:xfrm>
            <a:off x="5013175" y="577152"/>
            <a:ext cx="4130825" cy="4566350"/>
          </a:xfrm>
          <a:prstGeom prst="rect">
            <a:avLst/>
          </a:prstGeom>
          <a:noFill/>
          <a:ln>
            <a:noFill/>
          </a:ln>
        </p:spPr>
      </p:pic>
      <p:sp>
        <p:nvSpPr>
          <p:cNvPr id="21" name="Google Shape;21;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4"/>
          <p:cNvSpPr txBox="1">
            <a:spLocks noGrp="1"/>
          </p:cNvSpPr>
          <p:nvPr>
            <p:ph type="body" idx="1"/>
          </p:nvPr>
        </p:nvSpPr>
        <p:spPr>
          <a:xfrm>
            <a:off x="311700" y="1152475"/>
            <a:ext cx="8520600" cy="30501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800"/>
              </a:spcBef>
              <a:spcAft>
                <a:spcPts val="0"/>
              </a:spcAft>
              <a:buSzPts val="1400"/>
              <a:buChar char="○"/>
              <a:defRPr/>
            </a:lvl2pPr>
            <a:lvl3pPr marL="1371600" lvl="2" indent="-317500">
              <a:spcBef>
                <a:spcPts val="800"/>
              </a:spcBef>
              <a:spcAft>
                <a:spcPts val="0"/>
              </a:spcAft>
              <a:buSzPts val="1400"/>
              <a:buChar char="■"/>
              <a:defRPr/>
            </a:lvl3pPr>
            <a:lvl4pPr marL="1828800" lvl="3" indent="-317500">
              <a:spcBef>
                <a:spcPts val="800"/>
              </a:spcBef>
              <a:spcAft>
                <a:spcPts val="0"/>
              </a:spcAft>
              <a:buSzPts val="1400"/>
              <a:buChar char="●"/>
              <a:defRPr/>
            </a:lvl4pPr>
            <a:lvl5pPr marL="2286000" lvl="4" indent="-317500">
              <a:spcBef>
                <a:spcPts val="800"/>
              </a:spcBef>
              <a:spcAft>
                <a:spcPts val="0"/>
              </a:spcAft>
              <a:buSzPts val="1400"/>
              <a:buChar char="○"/>
              <a:defRPr/>
            </a:lvl5pPr>
            <a:lvl6pPr marL="2743200" lvl="5" indent="-317500">
              <a:spcBef>
                <a:spcPts val="800"/>
              </a:spcBef>
              <a:spcAft>
                <a:spcPts val="0"/>
              </a:spcAft>
              <a:buSzPts val="1400"/>
              <a:buChar char="■"/>
              <a:defRPr/>
            </a:lvl6pPr>
            <a:lvl7pPr marL="3200400" lvl="6" indent="-317500">
              <a:spcBef>
                <a:spcPts val="800"/>
              </a:spcBef>
              <a:spcAft>
                <a:spcPts val="0"/>
              </a:spcAft>
              <a:buSzPts val="1400"/>
              <a:buChar char="●"/>
              <a:defRPr/>
            </a:lvl7pPr>
            <a:lvl8pPr marL="3657600" lvl="7" indent="-317500">
              <a:spcBef>
                <a:spcPts val="800"/>
              </a:spcBef>
              <a:spcAft>
                <a:spcPts val="0"/>
              </a:spcAft>
              <a:buSzPts val="1400"/>
              <a:buChar char="○"/>
              <a:defRPr/>
            </a:lvl8pPr>
            <a:lvl9pPr marL="4114800" lvl="8" indent="-317500">
              <a:spcBef>
                <a:spcPts val="800"/>
              </a:spcBef>
              <a:spcAft>
                <a:spcPts val="800"/>
              </a:spcAft>
              <a:buSzPts val="1400"/>
              <a:buChar char="■"/>
              <a:defRPr/>
            </a:lvl9pPr>
          </a:lstStyle>
          <a:p>
            <a:endParaRPr/>
          </a:p>
        </p:txBody>
      </p:sp>
      <p:sp>
        <p:nvSpPr>
          <p:cNvPr id="23" name="Google Shape;23;p4"/>
          <p:cNvSpPr txBox="1">
            <a:spLocks noGrp="1"/>
          </p:cNvSpPr>
          <p:nvPr>
            <p:ph type="sldNum" idx="12"/>
          </p:nvPr>
        </p:nvSpPr>
        <p:spPr>
          <a:xfrm>
            <a:off x="8638650" y="4892775"/>
            <a:ext cx="505200" cy="2520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pic>
        <p:nvPicPr>
          <p:cNvPr id="24" name="Google Shape;24;p4"/>
          <p:cNvPicPr preferRelativeResize="0"/>
          <p:nvPr/>
        </p:nvPicPr>
        <p:blipFill>
          <a:blip r:embed="rId3">
            <a:alphaModFix/>
          </a:blip>
          <a:stretch>
            <a:fillRect/>
          </a:stretch>
        </p:blipFill>
        <p:spPr>
          <a:xfrm>
            <a:off x="311700" y="4618171"/>
            <a:ext cx="1108749" cy="409880"/>
          </a:xfrm>
          <a:prstGeom prst="rect">
            <a:avLst/>
          </a:prstGeom>
          <a:noFill/>
          <a:ln>
            <a:noFill/>
          </a:ln>
        </p:spPr>
      </p:pic>
      <p:pic>
        <p:nvPicPr>
          <p:cNvPr id="3" name="Google Shape;43;p5">
            <a:extLst>
              <a:ext uri="{FF2B5EF4-FFF2-40B4-BE49-F238E27FC236}">
                <a16:creationId xmlns:a16="http://schemas.microsoft.com/office/drawing/2014/main" id="{486C538F-4392-59F1-FEA9-2AA1E667B8FE}"/>
              </a:ext>
            </a:extLst>
          </p:cNvPr>
          <p:cNvPicPr preferRelativeResize="0"/>
          <p:nvPr userDrawn="1"/>
        </p:nvPicPr>
        <p:blipFill rotWithShape="1">
          <a:blip r:embed="rId4">
            <a:alphaModFix/>
          </a:blip>
          <a:srcRect r="9812"/>
          <a:stretch/>
        </p:blipFill>
        <p:spPr>
          <a:xfrm>
            <a:off x="1851001" y="4700900"/>
            <a:ext cx="901525" cy="247950"/>
          </a:xfrm>
          <a:prstGeom prst="rect">
            <a:avLst/>
          </a:prstGeom>
          <a:noFill/>
          <a:ln>
            <a:noFill/>
          </a:ln>
        </p:spPr>
      </p:pic>
      <p:cxnSp>
        <p:nvCxnSpPr>
          <p:cNvPr id="4" name="Google Shape;44;p5">
            <a:extLst>
              <a:ext uri="{FF2B5EF4-FFF2-40B4-BE49-F238E27FC236}">
                <a16:creationId xmlns:a16="http://schemas.microsoft.com/office/drawing/2014/main" id="{19A16F3B-BDA7-71D5-48C6-98FB1B907D59}"/>
              </a:ext>
            </a:extLst>
          </p:cNvPr>
          <p:cNvCxnSpPr/>
          <p:nvPr userDrawn="1"/>
        </p:nvCxnSpPr>
        <p:spPr>
          <a:xfrm>
            <a:off x="1626548" y="4697350"/>
            <a:ext cx="1125600" cy="0"/>
          </a:xfrm>
          <a:prstGeom prst="straightConnector1">
            <a:avLst/>
          </a:prstGeom>
          <a:noFill/>
          <a:ln w="9525" cap="flat" cmpd="sng">
            <a:solidFill>
              <a:srgbClr val="77C046"/>
            </a:solidFill>
            <a:prstDash val="solid"/>
            <a:round/>
            <a:headEnd type="none" w="med" len="med"/>
            <a:tailEnd type="none" w="med" len="med"/>
          </a:ln>
        </p:spPr>
      </p:cxnSp>
      <p:cxnSp>
        <p:nvCxnSpPr>
          <p:cNvPr id="5" name="Google Shape;45;p5">
            <a:extLst>
              <a:ext uri="{FF2B5EF4-FFF2-40B4-BE49-F238E27FC236}">
                <a16:creationId xmlns:a16="http://schemas.microsoft.com/office/drawing/2014/main" id="{859672FC-AF7B-20BE-2542-E38CF579B275}"/>
              </a:ext>
            </a:extLst>
          </p:cNvPr>
          <p:cNvCxnSpPr/>
          <p:nvPr userDrawn="1"/>
        </p:nvCxnSpPr>
        <p:spPr>
          <a:xfrm>
            <a:off x="1626978" y="4928525"/>
            <a:ext cx="1125600" cy="0"/>
          </a:xfrm>
          <a:prstGeom prst="straightConnector1">
            <a:avLst/>
          </a:prstGeom>
          <a:noFill/>
          <a:ln w="9525" cap="flat" cmpd="sng">
            <a:solidFill>
              <a:srgbClr val="77C046"/>
            </a:solidFill>
            <a:prstDash val="solid"/>
            <a:round/>
            <a:headEnd type="none" w="med" len="med"/>
            <a:tailEnd type="none" w="med" len="med"/>
          </a:ln>
        </p:spPr>
      </p:cxnSp>
      <p:pic>
        <p:nvPicPr>
          <p:cNvPr id="6" name="Google Shape;46;p5">
            <a:extLst>
              <a:ext uri="{FF2B5EF4-FFF2-40B4-BE49-F238E27FC236}">
                <a16:creationId xmlns:a16="http://schemas.microsoft.com/office/drawing/2014/main" id="{649C4A57-CD8D-47AC-169D-39866EA507A9}"/>
              </a:ext>
            </a:extLst>
          </p:cNvPr>
          <p:cNvPicPr preferRelativeResize="0"/>
          <p:nvPr userDrawn="1"/>
        </p:nvPicPr>
        <p:blipFill>
          <a:blip r:embed="rId5">
            <a:alphaModFix/>
          </a:blip>
          <a:stretch>
            <a:fillRect/>
          </a:stretch>
        </p:blipFill>
        <p:spPr>
          <a:xfrm>
            <a:off x="1626557" y="4745523"/>
            <a:ext cx="193934" cy="155144"/>
          </a:xfrm>
          <a:prstGeom prst="rect">
            <a:avLst/>
          </a:prstGeom>
          <a:noFill/>
          <a:ln>
            <a:noFill/>
          </a:ln>
        </p:spPr>
      </p:pic>
      <p:sp>
        <p:nvSpPr>
          <p:cNvPr id="7" name="Google Shape;82;p11">
            <a:extLst>
              <a:ext uri="{FF2B5EF4-FFF2-40B4-BE49-F238E27FC236}">
                <a16:creationId xmlns:a16="http://schemas.microsoft.com/office/drawing/2014/main" id="{86498CF1-1260-EA81-F949-CF88FE4CBD04}"/>
              </a:ext>
            </a:extLst>
          </p:cNvPr>
          <p:cNvSpPr txBox="1"/>
          <p:nvPr userDrawn="1"/>
        </p:nvSpPr>
        <p:spPr>
          <a:xfrm>
            <a:off x="3377100" y="4804800"/>
            <a:ext cx="2389800" cy="338700"/>
          </a:xfrm>
          <a:prstGeom prst="rect">
            <a:avLst/>
          </a:prstGeom>
          <a:noFill/>
          <a:ln>
            <a:noFill/>
          </a:ln>
        </p:spPr>
        <p:txBody>
          <a:bodyPr spcFirstLastPara="1" wrap="square" lIns="91425" tIns="91425" rIns="91425" bIns="91425" anchor="t" anchorCtr="0">
            <a:spAutoFit/>
          </a:bodyPr>
          <a:lstStyle/>
          <a:p>
            <a:pPr marL="0" lvl="0" indent="0" algn="l" rtl="0">
              <a:lnSpc>
                <a:spcPct val="114000"/>
              </a:lnSpc>
              <a:spcBef>
                <a:spcPts val="0"/>
              </a:spcBef>
              <a:spcAft>
                <a:spcPts val="800"/>
              </a:spcAft>
              <a:buNone/>
            </a:pPr>
            <a:r>
              <a:rPr lang="en" sz="1000" i="1" dirty="0">
                <a:solidFill>
                  <a:srgbClr val="B7B7B7"/>
                </a:solidFill>
              </a:rPr>
              <a:t>Work in Progress - License: CC-BY-4.0</a:t>
            </a:r>
            <a:endParaRPr sz="600" dirty="0">
              <a:solidFill>
                <a:srgbClr val="B7B7B7"/>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7"/>
        <p:cNvGrpSpPr/>
        <p:nvPr/>
      </p:nvGrpSpPr>
      <p:grpSpPr>
        <a:xfrm>
          <a:off x="0" y="0"/>
          <a:ext cx="0" cy="0"/>
          <a:chOff x="0" y="0"/>
          <a:chExt cx="0" cy="0"/>
        </a:xfrm>
      </p:grpSpPr>
      <p:sp>
        <p:nvSpPr>
          <p:cNvPr id="38" name="Google Shape;38;p7"/>
          <p:cNvSpPr txBox="1">
            <a:spLocks noGrp="1"/>
          </p:cNvSpPr>
          <p:nvPr>
            <p:ph type="sldNum" idx="12"/>
          </p:nvPr>
        </p:nvSpPr>
        <p:spPr>
          <a:xfrm>
            <a:off x="8638650" y="4892775"/>
            <a:ext cx="505200" cy="2520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ocial Cover Slide">
  <p:cSld name="Social Cover Slide">
    <p:bg>
      <p:bgPr>
        <a:solidFill>
          <a:schemeClr val="dk2"/>
        </a:solidFill>
        <a:effectLst/>
      </p:bgPr>
    </p:bg>
    <p:spTree>
      <p:nvGrpSpPr>
        <p:cNvPr id="1" name="Shape 18"/>
        <p:cNvGrpSpPr/>
        <p:nvPr/>
      </p:nvGrpSpPr>
      <p:grpSpPr>
        <a:xfrm>
          <a:off x="0" y="0"/>
          <a:ext cx="0" cy="0"/>
          <a:chOff x="0" y="0"/>
          <a:chExt cx="0" cy="0"/>
        </a:xfrm>
      </p:grpSpPr>
      <p:sp>
        <p:nvSpPr>
          <p:cNvPr id="19" name="Google Shape;19;p3"/>
          <p:cNvSpPr/>
          <p:nvPr/>
        </p:nvSpPr>
        <p:spPr>
          <a:xfrm rot="-5400000">
            <a:off x="2002650" y="-2002650"/>
            <a:ext cx="5143500" cy="9148800"/>
          </a:xfrm>
          <a:prstGeom prst="rect">
            <a:avLst/>
          </a:prstGeom>
          <a:gradFill>
            <a:gsLst>
              <a:gs pos="0">
                <a:schemeClr val="dk1">
                  <a:alpha val="80450"/>
                </a:schemeClr>
              </a:gs>
              <a:gs pos="100000">
                <a:srgbClr val="000000">
                  <a:alpha val="0"/>
                  <a:alpha val="80450"/>
                </a:srgbClr>
              </a:gs>
            </a:gsLst>
            <a:lin ang="540001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77C046"/>
              </a:solidFill>
            </a:endParaRPr>
          </a:p>
        </p:txBody>
      </p:sp>
      <p:sp>
        <p:nvSpPr>
          <p:cNvPr id="20" name="Google Shape;20;p3"/>
          <p:cNvSpPr txBox="1">
            <a:spLocks noGrp="1"/>
          </p:cNvSpPr>
          <p:nvPr>
            <p:ph type="ctrTitle"/>
          </p:nvPr>
        </p:nvSpPr>
        <p:spPr>
          <a:xfrm>
            <a:off x="605700" y="1836625"/>
            <a:ext cx="4401000" cy="976800"/>
          </a:xfrm>
          <a:prstGeom prst="rect">
            <a:avLst/>
          </a:prstGeom>
        </p:spPr>
        <p:txBody>
          <a:bodyPr spcFirstLastPara="1" wrap="square" lIns="91425" tIns="91425" rIns="91425" bIns="91425" anchor="ctr" anchorCtr="0">
            <a:noAutofit/>
          </a:bodyPr>
          <a:lstStyle>
            <a:lvl1pPr lvl="0">
              <a:spcBef>
                <a:spcPts val="0"/>
              </a:spcBef>
              <a:spcAft>
                <a:spcPts val="0"/>
              </a:spcAft>
              <a:buClr>
                <a:srgbClr val="FFFFFF"/>
              </a:buClr>
              <a:buSzPts val="2400"/>
              <a:buNone/>
              <a:defRPr sz="2400" b="1">
                <a:solidFill>
                  <a:srgbClr val="FFFFFF"/>
                </a:solidFill>
              </a:defRPr>
            </a:lvl1pPr>
            <a:lvl2pPr lvl="1">
              <a:spcBef>
                <a:spcPts val="0"/>
              </a:spcBef>
              <a:spcAft>
                <a:spcPts val="0"/>
              </a:spcAft>
              <a:buClr>
                <a:srgbClr val="FFFFFF"/>
              </a:buClr>
              <a:buSzPts val="5200"/>
              <a:buNone/>
              <a:defRPr sz="5200">
                <a:solidFill>
                  <a:srgbClr val="FFFFFF"/>
                </a:solidFill>
              </a:defRPr>
            </a:lvl2pPr>
            <a:lvl3pPr lvl="2">
              <a:spcBef>
                <a:spcPts val="0"/>
              </a:spcBef>
              <a:spcAft>
                <a:spcPts val="0"/>
              </a:spcAft>
              <a:buClr>
                <a:srgbClr val="FFFFFF"/>
              </a:buClr>
              <a:buSzPts val="5200"/>
              <a:buNone/>
              <a:defRPr sz="5200">
                <a:solidFill>
                  <a:srgbClr val="FFFFFF"/>
                </a:solidFill>
              </a:defRPr>
            </a:lvl3pPr>
            <a:lvl4pPr lvl="3">
              <a:spcBef>
                <a:spcPts val="0"/>
              </a:spcBef>
              <a:spcAft>
                <a:spcPts val="0"/>
              </a:spcAft>
              <a:buClr>
                <a:srgbClr val="FFFFFF"/>
              </a:buClr>
              <a:buSzPts val="5200"/>
              <a:buNone/>
              <a:defRPr sz="5200">
                <a:solidFill>
                  <a:srgbClr val="FFFFFF"/>
                </a:solidFill>
              </a:defRPr>
            </a:lvl4pPr>
            <a:lvl5pPr lvl="4">
              <a:spcBef>
                <a:spcPts val="0"/>
              </a:spcBef>
              <a:spcAft>
                <a:spcPts val="0"/>
              </a:spcAft>
              <a:buClr>
                <a:srgbClr val="FFFFFF"/>
              </a:buClr>
              <a:buSzPts val="5200"/>
              <a:buNone/>
              <a:defRPr sz="5200">
                <a:solidFill>
                  <a:srgbClr val="FFFFFF"/>
                </a:solidFill>
              </a:defRPr>
            </a:lvl5pPr>
            <a:lvl6pPr lvl="5">
              <a:spcBef>
                <a:spcPts val="0"/>
              </a:spcBef>
              <a:spcAft>
                <a:spcPts val="0"/>
              </a:spcAft>
              <a:buClr>
                <a:srgbClr val="FFFFFF"/>
              </a:buClr>
              <a:buSzPts val="5200"/>
              <a:buNone/>
              <a:defRPr sz="5200">
                <a:solidFill>
                  <a:srgbClr val="FFFFFF"/>
                </a:solidFill>
              </a:defRPr>
            </a:lvl6pPr>
            <a:lvl7pPr lvl="6">
              <a:spcBef>
                <a:spcPts val="0"/>
              </a:spcBef>
              <a:spcAft>
                <a:spcPts val="0"/>
              </a:spcAft>
              <a:buClr>
                <a:srgbClr val="FFFFFF"/>
              </a:buClr>
              <a:buSzPts val="5200"/>
              <a:buNone/>
              <a:defRPr sz="5200">
                <a:solidFill>
                  <a:srgbClr val="FFFFFF"/>
                </a:solidFill>
              </a:defRPr>
            </a:lvl7pPr>
            <a:lvl8pPr lvl="7">
              <a:spcBef>
                <a:spcPts val="0"/>
              </a:spcBef>
              <a:spcAft>
                <a:spcPts val="0"/>
              </a:spcAft>
              <a:buClr>
                <a:srgbClr val="FFFFFF"/>
              </a:buClr>
              <a:buSzPts val="5200"/>
              <a:buNone/>
              <a:defRPr sz="5200">
                <a:solidFill>
                  <a:srgbClr val="FFFFFF"/>
                </a:solidFill>
              </a:defRPr>
            </a:lvl8pPr>
            <a:lvl9pPr lvl="8">
              <a:spcBef>
                <a:spcPts val="0"/>
              </a:spcBef>
              <a:spcAft>
                <a:spcPts val="0"/>
              </a:spcAft>
              <a:buClr>
                <a:srgbClr val="FFFFFF"/>
              </a:buClr>
              <a:buSzPts val="5200"/>
              <a:buNone/>
              <a:defRPr sz="5200">
                <a:solidFill>
                  <a:srgbClr val="FFFFFF"/>
                </a:solidFill>
              </a:defRPr>
            </a:lvl9pPr>
          </a:lstStyle>
          <a:p>
            <a:endParaRPr/>
          </a:p>
        </p:txBody>
      </p:sp>
      <p:sp>
        <p:nvSpPr>
          <p:cNvPr id="21" name="Google Shape;21;p3"/>
          <p:cNvSpPr txBox="1">
            <a:spLocks noGrp="1"/>
          </p:cNvSpPr>
          <p:nvPr>
            <p:ph type="subTitle" idx="1"/>
          </p:nvPr>
        </p:nvSpPr>
        <p:spPr>
          <a:xfrm>
            <a:off x="605650" y="2948525"/>
            <a:ext cx="4401000" cy="14133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Clr>
                <a:srgbClr val="FFFFFF"/>
              </a:buClr>
              <a:buSzPts val="2400"/>
              <a:buNone/>
              <a:defRPr sz="2400">
                <a:solidFill>
                  <a:srgbClr val="FFFFFF"/>
                </a:solidFill>
              </a:defRPr>
            </a:lvl1pPr>
            <a:lvl2pPr lvl="1">
              <a:lnSpc>
                <a:spcPct val="100000"/>
              </a:lnSpc>
              <a:spcBef>
                <a:spcPts val="0"/>
              </a:spcBef>
              <a:spcAft>
                <a:spcPts val="0"/>
              </a:spcAft>
              <a:buClr>
                <a:srgbClr val="FFFFFF"/>
              </a:buClr>
              <a:buSzPts val="2400"/>
              <a:buNone/>
              <a:defRPr sz="2400">
                <a:solidFill>
                  <a:srgbClr val="FFFFFF"/>
                </a:solidFill>
              </a:defRPr>
            </a:lvl2pPr>
            <a:lvl3pPr lvl="2">
              <a:lnSpc>
                <a:spcPct val="100000"/>
              </a:lnSpc>
              <a:spcBef>
                <a:spcPts val="0"/>
              </a:spcBef>
              <a:spcAft>
                <a:spcPts val="0"/>
              </a:spcAft>
              <a:buClr>
                <a:srgbClr val="FFFFFF"/>
              </a:buClr>
              <a:buSzPts val="2400"/>
              <a:buNone/>
              <a:defRPr sz="2400">
                <a:solidFill>
                  <a:srgbClr val="FFFFFF"/>
                </a:solidFill>
              </a:defRPr>
            </a:lvl3pPr>
            <a:lvl4pPr lvl="3">
              <a:lnSpc>
                <a:spcPct val="100000"/>
              </a:lnSpc>
              <a:spcBef>
                <a:spcPts val="0"/>
              </a:spcBef>
              <a:spcAft>
                <a:spcPts val="0"/>
              </a:spcAft>
              <a:buClr>
                <a:srgbClr val="FFFFFF"/>
              </a:buClr>
              <a:buSzPts val="2400"/>
              <a:buNone/>
              <a:defRPr sz="2400">
                <a:solidFill>
                  <a:srgbClr val="FFFFFF"/>
                </a:solidFill>
              </a:defRPr>
            </a:lvl4pPr>
            <a:lvl5pPr lvl="4">
              <a:lnSpc>
                <a:spcPct val="100000"/>
              </a:lnSpc>
              <a:spcBef>
                <a:spcPts val="0"/>
              </a:spcBef>
              <a:spcAft>
                <a:spcPts val="0"/>
              </a:spcAft>
              <a:buClr>
                <a:srgbClr val="FFFFFF"/>
              </a:buClr>
              <a:buSzPts val="2400"/>
              <a:buNone/>
              <a:defRPr sz="2400">
                <a:solidFill>
                  <a:srgbClr val="FFFFFF"/>
                </a:solidFill>
              </a:defRPr>
            </a:lvl5pPr>
            <a:lvl6pPr lvl="5">
              <a:lnSpc>
                <a:spcPct val="100000"/>
              </a:lnSpc>
              <a:spcBef>
                <a:spcPts val="0"/>
              </a:spcBef>
              <a:spcAft>
                <a:spcPts val="0"/>
              </a:spcAft>
              <a:buClr>
                <a:srgbClr val="FFFFFF"/>
              </a:buClr>
              <a:buSzPts val="2400"/>
              <a:buNone/>
              <a:defRPr sz="2400">
                <a:solidFill>
                  <a:srgbClr val="FFFFFF"/>
                </a:solidFill>
              </a:defRPr>
            </a:lvl6pPr>
            <a:lvl7pPr lvl="6">
              <a:lnSpc>
                <a:spcPct val="100000"/>
              </a:lnSpc>
              <a:spcBef>
                <a:spcPts val="0"/>
              </a:spcBef>
              <a:spcAft>
                <a:spcPts val="0"/>
              </a:spcAft>
              <a:buClr>
                <a:srgbClr val="FFFFFF"/>
              </a:buClr>
              <a:buSzPts val="2400"/>
              <a:buNone/>
              <a:defRPr sz="2400">
                <a:solidFill>
                  <a:srgbClr val="FFFFFF"/>
                </a:solidFill>
              </a:defRPr>
            </a:lvl7pPr>
            <a:lvl8pPr lvl="7">
              <a:lnSpc>
                <a:spcPct val="100000"/>
              </a:lnSpc>
              <a:spcBef>
                <a:spcPts val="0"/>
              </a:spcBef>
              <a:spcAft>
                <a:spcPts val="0"/>
              </a:spcAft>
              <a:buClr>
                <a:srgbClr val="FFFFFF"/>
              </a:buClr>
              <a:buSzPts val="2400"/>
              <a:buNone/>
              <a:defRPr sz="2400">
                <a:solidFill>
                  <a:srgbClr val="FFFFFF"/>
                </a:solidFill>
              </a:defRPr>
            </a:lvl8pPr>
            <a:lvl9pPr lvl="8">
              <a:lnSpc>
                <a:spcPct val="100000"/>
              </a:lnSpc>
              <a:spcBef>
                <a:spcPts val="0"/>
              </a:spcBef>
              <a:spcAft>
                <a:spcPts val="0"/>
              </a:spcAft>
              <a:buClr>
                <a:srgbClr val="FFFFFF"/>
              </a:buClr>
              <a:buSzPts val="2400"/>
              <a:buNone/>
              <a:defRPr sz="2400">
                <a:solidFill>
                  <a:srgbClr val="FFFFFF"/>
                </a:solidFill>
              </a:defRPr>
            </a:lvl9pPr>
          </a:lstStyle>
          <a:p>
            <a:endParaRPr/>
          </a:p>
        </p:txBody>
      </p:sp>
      <p:grpSp>
        <p:nvGrpSpPr>
          <p:cNvPr id="22" name="Google Shape;22;p3"/>
          <p:cNvGrpSpPr/>
          <p:nvPr/>
        </p:nvGrpSpPr>
        <p:grpSpPr>
          <a:xfrm>
            <a:off x="436436" y="354787"/>
            <a:ext cx="4110766" cy="792572"/>
            <a:chOff x="436436" y="354787"/>
            <a:chExt cx="4110766" cy="792572"/>
          </a:xfrm>
        </p:grpSpPr>
        <p:pic>
          <p:nvPicPr>
            <p:cNvPr id="23" name="Google Shape;23;p3"/>
            <p:cNvPicPr preferRelativeResize="0"/>
            <p:nvPr/>
          </p:nvPicPr>
          <p:blipFill>
            <a:blip r:embed="rId2">
              <a:alphaModFix/>
            </a:blip>
            <a:stretch>
              <a:fillRect/>
            </a:stretch>
          </p:blipFill>
          <p:spPr>
            <a:xfrm>
              <a:off x="436436" y="354787"/>
              <a:ext cx="2143991" cy="792572"/>
            </a:xfrm>
            <a:prstGeom prst="rect">
              <a:avLst/>
            </a:prstGeom>
            <a:noFill/>
            <a:ln>
              <a:noFill/>
            </a:ln>
          </p:spPr>
        </p:pic>
        <p:cxnSp>
          <p:nvCxnSpPr>
            <p:cNvPr id="24" name="Google Shape;24;p3"/>
            <p:cNvCxnSpPr/>
            <p:nvPr/>
          </p:nvCxnSpPr>
          <p:spPr>
            <a:xfrm>
              <a:off x="2826477" y="522925"/>
              <a:ext cx="1713600" cy="0"/>
            </a:xfrm>
            <a:prstGeom prst="straightConnector1">
              <a:avLst/>
            </a:prstGeom>
            <a:noFill/>
            <a:ln w="9525" cap="flat" cmpd="sng">
              <a:solidFill>
                <a:srgbClr val="77C046"/>
              </a:solidFill>
              <a:prstDash val="solid"/>
              <a:round/>
              <a:headEnd type="none" w="med" len="med"/>
              <a:tailEnd type="none" w="med" len="med"/>
            </a:ln>
          </p:spPr>
        </p:cxnSp>
        <p:cxnSp>
          <p:nvCxnSpPr>
            <p:cNvPr id="25" name="Google Shape;25;p3"/>
            <p:cNvCxnSpPr/>
            <p:nvPr/>
          </p:nvCxnSpPr>
          <p:spPr>
            <a:xfrm>
              <a:off x="2826477" y="934200"/>
              <a:ext cx="1713600" cy="0"/>
            </a:xfrm>
            <a:prstGeom prst="straightConnector1">
              <a:avLst/>
            </a:prstGeom>
            <a:noFill/>
            <a:ln w="9525" cap="flat" cmpd="sng">
              <a:solidFill>
                <a:srgbClr val="77C046"/>
              </a:solidFill>
              <a:prstDash val="solid"/>
              <a:round/>
              <a:headEnd type="none" w="med" len="med"/>
              <a:tailEnd type="none" w="med" len="med"/>
            </a:ln>
          </p:spPr>
        </p:cxnSp>
        <p:pic>
          <p:nvPicPr>
            <p:cNvPr id="26" name="Google Shape;26;p3"/>
            <p:cNvPicPr preferRelativeResize="0"/>
            <p:nvPr/>
          </p:nvPicPr>
          <p:blipFill rotWithShape="1">
            <a:blip r:embed="rId3">
              <a:alphaModFix/>
            </a:blip>
            <a:srcRect r="9869"/>
            <a:stretch/>
          </p:blipFill>
          <p:spPr>
            <a:xfrm>
              <a:off x="2833625" y="516650"/>
              <a:ext cx="1713577" cy="471601"/>
            </a:xfrm>
            <a:prstGeom prst="rect">
              <a:avLst/>
            </a:prstGeom>
            <a:noFill/>
            <a:ln>
              <a:noFill/>
            </a:ln>
          </p:spPr>
        </p:pic>
      </p:grpSp>
      <p:pic>
        <p:nvPicPr>
          <p:cNvPr id="27" name="Google Shape;27;p3"/>
          <p:cNvPicPr preferRelativeResize="0"/>
          <p:nvPr/>
        </p:nvPicPr>
        <p:blipFill>
          <a:blip r:embed="rId4">
            <a:alphaModFix amt="20000"/>
          </a:blip>
          <a:stretch>
            <a:fillRect/>
          </a:stretch>
        </p:blipFill>
        <p:spPr>
          <a:xfrm>
            <a:off x="7713924" y="3562649"/>
            <a:ext cx="1430076" cy="1580850"/>
          </a:xfrm>
          <a:prstGeom prst="rect">
            <a:avLst/>
          </a:prstGeom>
          <a:noFill/>
          <a:ln>
            <a:noFill/>
          </a:ln>
        </p:spPr>
      </p:pic>
    </p:spTree>
    <p:extLst>
      <p:ext uri="{BB962C8B-B14F-4D97-AF65-F5344CB8AC3E}">
        <p14:creationId xmlns:p14="http://schemas.microsoft.com/office/powerpoint/2010/main" val="5924025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lide" type="title">
  <p:cSld name="Title slide">
    <p:bg>
      <p:bgPr>
        <a:blipFill>
          <a:blip r:embed="rId2">
            <a:alphaModFix/>
          </a:blip>
          <a:stretch>
            <a:fillRect/>
          </a:stretch>
        </a:blipFill>
        <a:effectLst/>
      </p:bgPr>
    </p:bg>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292750" y="1795325"/>
            <a:ext cx="8505000" cy="1827600"/>
          </a:xfrm>
          <a:prstGeom prst="rect">
            <a:avLst/>
          </a:prstGeom>
        </p:spPr>
        <p:txBody>
          <a:bodyPr spcFirstLastPara="1" wrap="square" lIns="91425" tIns="91425" rIns="91425" bIns="91425" anchor="ctr" anchorCtr="0">
            <a:noAutofit/>
          </a:bodyPr>
          <a:lstStyle>
            <a:lvl1pPr lvl="0">
              <a:spcBef>
                <a:spcPts val="0"/>
              </a:spcBef>
              <a:spcAft>
                <a:spcPts val="0"/>
              </a:spcAft>
              <a:buClr>
                <a:srgbClr val="FFFFFF"/>
              </a:buClr>
              <a:buSzPts val="4800"/>
              <a:buNone/>
              <a:defRPr sz="4800">
                <a:solidFill>
                  <a:srgbClr val="FFFFFF"/>
                </a:solidFill>
              </a:defRPr>
            </a:lvl1pPr>
            <a:lvl2pPr lvl="1">
              <a:spcBef>
                <a:spcPts val="0"/>
              </a:spcBef>
              <a:spcAft>
                <a:spcPts val="0"/>
              </a:spcAft>
              <a:buClr>
                <a:srgbClr val="FFFFFF"/>
              </a:buClr>
              <a:buSzPts val="5200"/>
              <a:buNone/>
              <a:defRPr sz="5200">
                <a:solidFill>
                  <a:srgbClr val="FFFFFF"/>
                </a:solidFill>
              </a:defRPr>
            </a:lvl2pPr>
            <a:lvl3pPr lvl="2">
              <a:spcBef>
                <a:spcPts val="0"/>
              </a:spcBef>
              <a:spcAft>
                <a:spcPts val="0"/>
              </a:spcAft>
              <a:buClr>
                <a:srgbClr val="FFFFFF"/>
              </a:buClr>
              <a:buSzPts val="5200"/>
              <a:buNone/>
              <a:defRPr sz="5200">
                <a:solidFill>
                  <a:srgbClr val="FFFFFF"/>
                </a:solidFill>
              </a:defRPr>
            </a:lvl3pPr>
            <a:lvl4pPr lvl="3">
              <a:spcBef>
                <a:spcPts val="0"/>
              </a:spcBef>
              <a:spcAft>
                <a:spcPts val="0"/>
              </a:spcAft>
              <a:buClr>
                <a:srgbClr val="FFFFFF"/>
              </a:buClr>
              <a:buSzPts val="5200"/>
              <a:buNone/>
              <a:defRPr sz="5200">
                <a:solidFill>
                  <a:srgbClr val="FFFFFF"/>
                </a:solidFill>
              </a:defRPr>
            </a:lvl4pPr>
            <a:lvl5pPr lvl="4">
              <a:spcBef>
                <a:spcPts val="0"/>
              </a:spcBef>
              <a:spcAft>
                <a:spcPts val="0"/>
              </a:spcAft>
              <a:buClr>
                <a:srgbClr val="FFFFFF"/>
              </a:buClr>
              <a:buSzPts val="5200"/>
              <a:buNone/>
              <a:defRPr sz="5200">
                <a:solidFill>
                  <a:srgbClr val="FFFFFF"/>
                </a:solidFill>
              </a:defRPr>
            </a:lvl5pPr>
            <a:lvl6pPr lvl="5">
              <a:spcBef>
                <a:spcPts val="0"/>
              </a:spcBef>
              <a:spcAft>
                <a:spcPts val="0"/>
              </a:spcAft>
              <a:buClr>
                <a:srgbClr val="FFFFFF"/>
              </a:buClr>
              <a:buSzPts val="5200"/>
              <a:buNone/>
              <a:defRPr sz="5200">
                <a:solidFill>
                  <a:srgbClr val="FFFFFF"/>
                </a:solidFill>
              </a:defRPr>
            </a:lvl6pPr>
            <a:lvl7pPr lvl="6">
              <a:spcBef>
                <a:spcPts val="0"/>
              </a:spcBef>
              <a:spcAft>
                <a:spcPts val="0"/>
              </a:spcAft>
              <a:buClr>
                <a:srgbClr val="FFFFFF"/>
              </a:buClr>
              <a:buSzPts val="5200"/>
              <a:buNone/>
              <a:defRPr sz="5200">
                <a:solidFill>
                  <a:srgbClr val="FFFFFF"/>
                </a:solidFill>
              </a:defRPr>
            </a:lvl7pPr>
            <a:lvl8pPr lvl="7">
              <a:spcBef>
                <a:spcPts val="0"/>
              </a:spcBef>
              <a:spcAft>
                <a:spcPts val="0"/>
              </a:spcAft>
              <a:buClr>
                <a:srgbClr val="FFFFFF"/>
              </a:buClr>
              <a:buSzPts val="5200"/>
              <a:buNone/>
              <a:defRPr sz="5200">
                <a:solidFill>
                  <a:srgbClr val="FFFFFF"/>
                </a:solidFill>
              </a:defRPr>
            </a:lvl8pPr>
            <a:lvl9pPr lvl="8">
              <a:spcBef>
                <a:spcPts val="0"/>
              </a:spcBef>
              <a:spcAft>
                <a:spcPts val="0"/>
              </a:spcAft>
              <a:buClr>
                <a:srgbClr val="FFFFFF"/>
              </a:buClr>
              <a:buSzPts val="5200"/>
              <a:buNone/>
              <a:defRPr sz="5200">
                <a:solidFill>
                  <a:srgbClr val="FFFFFF"/>
                </a:solidFill>
              </a:defRPr>
            </a:lvl9pPr>
          </a:lstStyle>
          <a:p>
            <a:endParaRPr/>
          </a:p>
        </p:txBody>
      </p:sp>
      <p:sp>
        <p:nvSpPr>
          <p:cNvPr id="11" name="Google Shape;11;p2"/>
          <p:cNvSpPr txBox="1">
            <a:spLocks noGrp="1"/>
          </p:cNvSpPr>
          <p:nvPr>
            <p:ph type="subTitle" idx="1"/>
          </p:nvPr>
        </p:nvSpPr>
        <p:spPr>
          <a:xfrm>
            <a:off x="292750" y="3659725"/>
            <a:ext cx="8505000" cy="792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rgbClr val="FFFFFF"/>
              </a:buClr>
              <a:buSzPts val="2400"/>
              <a:buNone/>
              <a:defRPr sz="2400">
                <a:solidFill>
                  <a:srgbClr val="FFFFFF"/>
                </a:solidFill>
              </a:defRPr>
            </a:lvl1pPr>
            <a:lvl2pPr lvl="1" rtl="0">
              <a:lnSpc>
                <a:spcPct val="100000"/>
              </a:lnSpc>
              <a:spcBef>
                <a:spcPts val="0"/>
              </a:spcBef>
              <a:spcAft>
                <a:spcPts val="0"/>
              </a:spcAft>
              <a:buClr>
                <a:srgbClr val="FFFFFF"/>
              </a:buClr>
              <a:buSzPts val="2400"/>
              <a:buNone/>
              <a:defRPr sz="2400">
                <a:solidFill>
                  <a:srgbClr val="FFFFFF"/>
                </a:solidFill>
              </a:defRPr>
            </a:lvl2pPr>
            <a:lvl3pPr lvl="2" rtl="0">
              <a:lnSpc>
                <a:spcPct val="100000"/>
              </a:lnSpc>
              <a:spcBef>
                <a:spcPts val="0"/>
              </a:spcBef>
              <a:spcAft>
                <a:spcPts val="0"/>
              </a:spcAft>
              <a:buClr>
                <a:srgbClr val="FFFFFF"/>
              </a:buClr>
              <a:buSzPts val="2400"/>
              <a:buNone/>
              <a:defRPr sz="2400">
                <a:solidFill>
                  <a:srgbClr val="FFFFFF"/>
                </a:solidFill>
              </a:defRPr>
            </a:lvl3pPr>
            <a:lvl4pPr lvl="3" rtl="0">
              <a:lnSpc>
                <a:spcPct val="100000"/>
              </a:lnSpc>
              <a:spcBef>
                <a:spcPts val="0"/>
              </a:spcBef>
              <a:spcAft>
                <a:spcPts val="0"/>
              </a:spcAft>
              <a:buClr>
                <a:srgbClr val="FFFFFF"/>
              </a:buClr>
              <a:buSzPts val="2400"/>
              <a:buNone/>
              <a:defRPr sz="2400">
                <a:solidFill>
                  <a:srgbClr val="FFFFFF"/>
                </a:solidFill>
              </a:defRPr>
            </a:lvl4pPr>
            <a:lvl5pPr lvl="4" rtl="0">
              <a:lnSpc>
                <a:spcPct val="100000"/>
              </a:lnSpc>
              <a:spcBef>
                <a:spcPts val="0"/>
              </a:spcBef>
              <a:spcAft>
                <a:spcPts val="0"/>
              </a:spcAft>
              <a:buClr>
                <a:srgbClr val="FFFFFF"/>
              </a:buClr>
              <a:buSzPts val="2400"/>
              <a:buNone/>
              <a:defRPr sz="2400">
                <a:solidFill>
                  <a:srgbClr val="FFFFFF"/>
                </a:solidFill>
              </a:defRPr>
            </a:lvl5pPr>
            <a:lvl6pPr lvl="5" rtl="0">
              <a:lnSpc>
                <a:spcPct val="100000"/>
              </a:lnSpc>
              <a:spcBef>
                <a:spcPts val="0"/>
              </a:spcBef>
              <a:spcAft>
                <a:spcPts val="0"/>
              </a:spcAft>
              <a:buClr>
                <a:srgbClr val="FFFFFF"/>
              </a:buClr>
              <a:buSzPts val="2400"/>
              <a:buNone/>
              <a:defRPr sz="2400">
                <a:solidFill>
                  <a:srgbClr val="FFFFFF"/>
                </a:solidFill>
              </a:defRPr>
            </a:lvl6pPr>
            <a:lvl7pPr lvl="6" rtl="0">
              <a:lnSpc>
                <a:spcPct val="100000"/>
              </a:lnSpc>
              <a:spcBef>
                <a:spcPts val="0"/>
              </a:spcBef>
              <a:spcAft>
                <a:spcPts val="0"/>
              </a:spcAft>
              <a:buClr>
                <a:srgbClr val="FFFFFF"/>
              </a:buClr>
              <a:buSzPts val="2400"/>
              <a:buNone/>
              <a:defRPr sz="2400">
                <a:solidFill>
                  <a:srgbClr val="FFFFFF"/>
                </a:solidFill>
              </a:defRPr>
            </a:lvl7pPr>
            <a:lvl8pPr lvl="7" rtl="0">
              <a:lnSpc>
                <a:spcPct val="100000"/>
              </a:lnSpc>
              <a:spcBef>
                <a:spcPts val="0"/>
              </a:spcBef>
              <a:spcAft>
                <a:spcPts val="0"/>
              </a:spcAft>
              <a:buClr>
                <a:srgbClr val="FFFFFF"/>
              </a:buClr>
              <a:buSzPts val="2400"/>
              <a:buNone/>
              <a:defRPr sz="2400">
                <a:solidFill>
                  <a:srgbClr val="FFFFFF"/>
                </a:solidFill>
              </a:defRPr>
            </a:lvl8pPr>
            <a:lvl9pPr lvl="8" rtl="0">
              <a:lnSpc>
                <a:spcPct val="100000"/>
              </a:lnSpc>
              <a:spcBef>
                <a:spcPts val="0"/>
              </a:spcBef>
              <a:spcAft>
                <a:spcPts val="0"/>
              </a:spcAft>
              <a:buClr>
                <a:srgbClr val="FFFFFF"/>
              </a:buClr>
              <a:buSzPts val="2400"/>
              <a:buNone/>
              <a:defRPr sz="2400">
                <a:solidFill>
                  <a:srgbClr val="FFFFFF"/>
                </a:solidFill>
              </a:defRPr>
            </a:lvl9pPr>
          </a:lstStyle>
          <a:p>
            <a:endParaRPr/>
          </a:p>
        </p:txBody>
      </p:sp>
      <p:grpSp>
        <p:nvGrpSpPr>
          <p:cNvPr id="12" name="Google Shape;12;p2"/>
          <p:cNvGrpSpPr/>
          <p:nvPr/>
        </p:nvGrpSpPr>
        <p:grpSpPr>
          <a:xfrm>
            <a:off x="436436" y="354787"/>
            <a:ext cx="4110766" cy="792572"/>
            <a:chOff x="436436" y="354787"/>
            <a:chExt cx="4110766" cy="792572"/>
          </a:xfrm>
        </p:grpSpPr>
        <p:pic>
          <p:nvPicPr>
            <p:cNvPr id="13" name="Google Shape;13;p2"/>
            <p:cNvPicPr preferRelativeResize="0"/>
            <p:nvPr/>
          </p:nvPicPr>
          <p:blipFill>
            <a:blip r:embed="rId3">
              <a:alphaModFix/>
            </a:blip>
            <a:stretch>
              <a:fillRect/>
            </a:stretch>
          </p:blipFill>
          <p:spPr>
            <a:xfrm>
              <a:off x="436436" y="354787"/>
              <a:ext cx="2143991" cy="792572"/>
            </a:xfrm>
            <a:prstGeom prst="rect">
              <a:avLst/>
            </a:prstGeom>
            <a:noFill/>
            <a:ln>
              <a:noFill/>
            </a:ln>
          </p:spPr>
        </p:pic>
        <p:cxnSp>
          <p:nvCxnSpPr>
            <p:cNvPr id="14" name="Google Shape;14;p2"/>
            <p:cNvCxnSpPr/>
            <p:nvPr/>
          </p:nvCxnSpPr>
          <p:spPr>
            <a:xfrm>
              <a:off x="2826477" y="522925"/>
              <a:ext cx="1713600" cy="0"/>
            </a:xfrm>
            <a:prstGeom prst="straightConnector1">
              <a:avLst/>
            </a:prstGeom>
            <a:noFill/>
            <a:ln w="9525" cap="flat" cmpd="sng">
              <a:solidFill>
                <a:srgbClr val="77C046"/>
              </a:solidFill>
              <a:prstDash val="solid"/>
              <a:round/>
              <a:headEnd type="none" w="med" len="med"/>
              <a:tailEnd type="none" w="med" len="med"/>
            </a:ln>
          </p:spPr>
        </p:cxnSp>
        <p:cxnSp>
          <p:nvCxnSpPr>
            <p:cNvPr id="15" name="Google Shape;15;p2"/>
            <p:cNvCxnSpPr/>
            <p:nvPr/>
          </p:nvCxnSpPr>
          <p:spPr>
            <a:xfrm>
              <a:off x="2826477" y="934200"/>
              <a:ext cx="1713600" cy="0"/>
            </a:xfrm>
            <a:prstGeom prst="straightConnector1">
              <a:avLst/>
            </a:prstGeom>
            <a:noFill/>
            <a:ln w="9525" cap="flat" cmpd="sng">
              <a:solidFill>
                <a:srgbClr val="77C046"/>
              </a:solidFill>
              <a:prstDash val="solid"/>
              <a:round/>
              <a:headEnd type="none" w="med" len="med"/>
              <a:tailEnd type="none" w="med" len="med"/>
            </a:ln>
          </p:spPr>
        </p:cxnSp>
        <p:pic>
          <p:nvPicPr>
            <p:cNvPr id="16" name="Google Shape;16;p2"/>
            <p:cNvPicPr preferRelativeResize="0"/>
            <p:nvPr/>
          </p:nvPicPr>
          <p:blipFill rotWithShape="1">
            <a:blip r:embed="rId4">
              <a:alphaModFix/>
            </a:blip>
            <a:srcRect r="9869"/>
            <a:stretch/>
          </p:blipFill>
          <p:spPr>
            <a:xfrm>
              <a:off x="2833625" y="516650"/>
              <a:ext cx="1713577" cy="471601"/>
            </a:xfrm>
            <a:prstGeom prst="rect">
              <a:avLst/>
            </a:prstGeom>
            <a:noFill/>
            <a:ln>
              <a:noFill/>
            </a:ln>
          </p:spPr>
        </p:pic>
      </p:grpSp>
      <p:pic>
        <p:nvPicPr>
          <p:cNvPr id="17" name="Google Shape;17;p2"/>
          <p:cNvPicPr preferRelativeResize="0"/>
          <p:nvPr/>
        </p:nvPicPr>
        <p:blipFill>
          <a:blip r:embed="rId5">
            <a:alphaModFix amt="20000"/>
          </a:blip>
          <a:stretch>
            <a:fillRect/>
          </a:stretch>
        </p:blipFill>
        <p:spPr>
          <a:xfrm>
            <a:off x="7713924" y="3562649"/>
            <a:ext cx="1430076" cy="1580850"/>
          </a:xfrm>
          <a:prstGeom prst="rect">
            <a:avLst/>
          </a:prstGeom>
          <a:noFill/>
          <a:ln>
            <a:noFill/>
          </a:ln>
        </p:spPr>
      </p:pic>
    </p:spTree>
    <p:extLst>
      <p:ext uri="{BB962C8B-B14F-4D97-AF65-F5344CB8AC3E}">
        <p14:creationId xmlns:p14="http://schemas.microsoft.com/office/powerpoint/2010/main" val="31640724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cial Cover Slide">
  <p:cSld name="Social Cover Slide">
    <p:bg>
      <p:bgPr>
        <a:solidFill>
          <a:schemeClr val="dk2"/>
        </a:solidFill>
        <a:effectLst/>
      </p:bgPr>
    </p:bg>
    <p:spTree>
      <p:nvGrpSpPr>
        <p:cNvPr id="1" name="Shape 18"/>
        <p:cNvGrpSpPr/>
        <p:nvPr/>
      </p:nvGrpSpPr>
      <p:grpSpPr>
        <a:xfrm>
          <a:off x="0" y="0"/>
          <a:ext cx="0" cy="0"/>
          <a:chOff x="0" y="0"/>
          <a:chExt cx="0" cy="0"/>
        </a:xfrm>
      </p:grpSpPr>
      <p:sp>
        <p:nvSpPr>
          <p:cNvPr id="19" name="Google Shape;19;p3"/>
          <p:cNvSpPr/>
          <p:nvPr/>
        </p:nvSpPr>
        <p:spPr>
          <a:xfrm rot="-5400000">
            <a:off x="2002650" y="-2002650"/>
            <a:ext cx="5143500" cy="9148800"/>
          </a:xfrm>
          <a:prstGeom prst="rect">
            <a:avLst/>
          </a:prstGeom>
          <a:gradFill>
            <a:gsLst>
              <a:gs pos="0">
                <a:schemeClr val="dk1">
                  <a:alpha val="80450"/>
                </a:schemeClr>
              </a:gs>
              <a:gs pos="100000">
                <a:srgbClr val="000000">
                  <a:alpha val="0"/>
                  <a:alpha val="80450"/>
                </a:srgbClr>
              </a:gs>
            </a:gsLst>
            <a:lin ang="5400012" scaled="0"/>
          </a:gra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rgbClr val="77C046"/>
              </a:solidFill>
            </a:endParaRPr>
          </a:p>
        </p:txBody>
      </p:sp>
      <p:sp>
        <p:nvSpPr>
          <p:cNvPr id="20" name="Google Shape;20;p3"/>
          <p:cNvSpPr txBox="1">
            <a:spLocks noGrp="1"/>
          </p:cNvSpPr>
          <p:nvPr>
            <p:ph type="ctrTitle"/>
          </p:nvPr>
        </p:nvSpPr>
        <p:spPr>
          <a:xfrm>
            <a:off x="605700" y="1836625"/>
            <a:ext cx="4401000" cy="976800"/>
          </a:xfrm>
          <a:prstGeom prst="rect">
            <a:avLst/>
          </a:prstGeom>
        </p:spPr>
        <p:txBody>
          <a:bodyPr spcFirstLastPara="1" wrap="square" lIns="91425" tIns="91425" rIns="91425" bIns="91425" anchor="ctr" anchorCtr="0">
            <a:noAutofit/>
          </a:bodyPr>
          <a:lstStyle>
            <a:lvl1pPr lvl="0">
              <a:spcBef>
                <a:spcPts val="0"/>
              </a:spcBef>
              <a:spcAft>
                <a:spcPts val="0"/>
              </a:spcAft>
              <a:buClr>
                <a:srgbClr val="FFFFFF"/>
              </a:buClr>
              <a:buSzPts val="2400"/>
              <a:buNone/>
              <a:defRPr sz="2400" b="1">
                <a:solidFill>
                  <a:srgbClr val="FFFFFF"/>
                </a:solidFill>
              </a:defRPr>
            </a:lvl1pPr>
            <a:lvl2pPr lvl="1">
              <a:spcBef>
                <a:spcPts val="0"/>
              </a:spcBef>
              <a:spcAft>
                <a:spcPts val="0"/>
              </a:spcAft>
              <a:buClr>
                <a:srgbClr val="FFFFFF"/>
              </a:buClr>
              <a:buSzPts val="5200"/>
              <a:buNone/>
              <a:defRPr sz="5200">
                <a:solidFill>
                  <a:srgbClr val="FFFFFF"/>
                </a:solidFill>
              </a:defRPr>
            </a:lvl2pPr>
            <a:lvl3pPr lvl="2">
              <a:spcBef>
                <a:spcPts val="0"/>
              </a:spcBef>
              <a:spcAft>
                <a:spcPts val="0"/>
              </a:spcAft>
              <a:buClr>
                <a:srgbClr val="FFFFFF"/>
              </a:buClr>
              <a:buSzPts val="5200"/>
              <a:buNone/>
              <a:defRPr sz="5200">
                <a:solidFill>
                  <a:srgbClr val="FFFFFF"/>
                </a:solidFill>
              </a:defRPr>
            </a:lvl3pPr>
            <a:lvl4pPr lvl="3">
              <a:spcBef>
                <a:spcPts val="0"/>
              </a:spcBef>
              <a:spcAft>
                <a:spcPts val="0"/>
              </a:spcAft>
              <a:buClr>
                <a:srgbClr val="FFFFFF"/>
              </a:buClr>
              <a:buSzPts val="5200"/>
              <a:buNone/>
              <a:defRPr sz="5200">
                <a:solidFill>
                  <a:srgbClr val="FFFFFF"/>
                </a:solidFill>
              </a:defRPr>
            </a:lvl4pPr>
            <a:lvl5pPr lvl="4">
              <a:spcBef>
                <a:spcPts val="0"/>
              </a:spcBef>
              <a:spcAft>
                <a:spcPts val="0"/>
              </a:spcAft>
              <a:buClr>
                <a:srgbClr val="FFFFFF"/>
              </a:buClr>
              <a:buSzPts val="5200"/>
              <a:buNone/>
              <a:defRPr sz="5200">
                <a:solidFill>
                  <a:srgbClr val="FFFFFF"/>
                </a:solidFill>
              </a:defRPr>
            </a:lvl5pPr>
            <a:lvl6pPr lvl="5">
              <a:spcBef>
                <a:spcPts val="0"/>
              </a:spcBef>
              <a:spcAft>
                <a:spcPts val="0"/>
              </a:spcAft>
              <a:buClr>
                <a:srgbClr val="FFFFFF"/>
              </a:buClr>
              <a:buSzPts val="5200"/>
              <a:buNone/>
              <a:defRPr sz="5200">
                <a:solidFill>
                  <a:srgbClr val="FFFFFF"/>
                </a:solidFill>
              </a:defRPr>
            </a:lvl6pPr>
            <a:lvl7pPr lvl="6">
              <a:spcBef>
                <a:spcPts val="0"/>
              </a:spcBef>
              <a:spcAft>
                <a:spcPts val="0"/>
              </a:spcAft>
              <a:buClr>
                <a:srgbClr val="FFFFFF"/>
              </a:buClr>
              <a:buSzPts val="5200"/>
              <a:buNone/>
              <a:defRPr sz="5200">
                <a:solidFill>
                  <a:srgbClr val="FFFFFF"/>
                </a:solidFill>
              </a:defRPr>
            </a:lvl7pPr>
            <a:lvl8pPr lvl="7">
              <a:spcBef>
                <a:spcPts val="0"/>
              </a:spcBef>
              <a:spcAft>
                <a:spcPts val="0"/>
              </a:spcAft>
              <a:buClr>
                <a:srgbClr val="FFFFFF"/>
              </a:buClr>
              <a:buSzPts val="5200"/>
              <a:buNone/>
              <a:defRPr sz="5200">
                <a:solidFill>
                  <a:srgbClr val="FFFFFF"/>
                </a:solidFill>
              </a:defRPr>
            </a:lvl8pPr>
            <a:lvl9pPr lvl="8">
              <a:spcBef>
                <a:spcPts val="0"/>
              </a:spcBef>
              <a:spcAft>
                <a:spcPts val="0"/>
              </a:spcAft>
              <a:buClr>
                <a:srgbClr val="FFFFFF"/>
              </a:buClr>
              <a:buSzPts val="5200"/>
              <a:buNone/>
              <a:defRPr sz="5200">
                <a:solidFill>
                  <a:srgbClr val="FFFFFF"/>
                </a:solidFill>
              </a:defRPr>
            </a:lvl9pPr>
          </a:lstStyle>
          <a:p>
            <a:endParaRPr/>
          </a:p>
        </p:txBody>
      </p:sp>
      <p:sp>
        <p:nvSpPr>
          <p:cNvPr id="21" name="Google Shape;21;p3"/>
          <p:cNvSpPr txBox="1">
            <a:spLocks noGrp="1"/>
          </p:cNvSpPr>
          <p:nvPr>
            <p:ph type="subTitle" idx="1"/>
          </p:nvPr>
        </p:nvSpPr>
        <p:spPr>
          <a:xfrm>
            <a:off x="605650" y="2948525"/>
            <a:ext cx="4401000" cy="14133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Clr>
                <a:srgbClr val="FFFFFF"/>
              </a:buClr>
              <a:buSzPts val="2400"/>
              <a:buNone/>
              <a:defRPr sz="2400">
                <a:solidFill>
                  <a:srgbClr val="FFFFFF"/>
                </a:solidFill>
              </a:defRPr>
            </a:lvl1pPr>
            <a:lvl2pPr lvl="1">
              <a:lnSpc>
                <a:spcPct val="100000"/>
              </a:lnSpc>
              <a:spcBef>
                <a:spcPts val="0"/>
              </a:spcBef>
              <a:spcAft>
                <a:spcPts val="0"/>
              </a:spcAft>
              <a:buClr>
                <a:srgbClr val="FFFFFF"/>
              </a:buClr>
              <a:buSzPts val="2400"/>
              <a:buNone/>
              <a:defRPr sz="2400">
                <a:solidFill>
                  <a:srgbClr val="FFFFFF"/>
                </a:solidFill>
              </a:defRPr>
            </a:lvl2pPr>
            <a:lvl3pPr lvl="2">
              <a:lnSpc>
                <a:spcPct val="100000"/>
              </a:lnSpc>
              <a:spcBef>
                <a:spcPts val="0"/>
              </a:spcBef>
              <a:spcAft>
                <a:spcPts val="0"/>
              </a:spcAft>
              <a:buClr>
                <a:srgbClr val="FFFFFF"/>
              </a:buClr>
              <a:buSzPts val="2400"/>
              <a:buNone/>
              <a:defRPr sz="2400">
                <a:solidFill>
                  <a:srgbClr val="FFFFFF"/>
                </a:solidFill>
              </a:defRPr>
            </a:lvl3pPr>
            <a:lvl4pPr lvl="3">
              <a:lnSpc>
                <a:spcPct val="100000"/>
              </a:lnSpc>
              <a:spcBef>
                <a:spcPts val="0"/>
              </a:spcBef>
              <a:spcAft>
                <a:spcPts val="0"/>
              </a:spcAft>
              <a:buClr>
                <a:srgbClr val="FFFFFF"/>
              </a:buClr>
              <a:buSzPts val="2400"/>
              <a:buNone/>
              <a:defRPr sz="2400">
                <a:solidFill>
                  <a:srgbClr val="FFFFFF"/>
                </a:solidFill>
              </a:defRPr>
            </a:lvl4pPr>
            <a:lvl5pPr lvl="4">
              <a:lnSpc>
                <a:spcPct val="100000"/>
              </a:lnSpc>
              <a:spcBef>
                <a:spcPts val="0"/>
              </a:spcBef>
              <a:spcAft>
                <a:spcPts val="0"/>
              </a:spcAft>
              <a:buClr>
                <a:srgbClr val="FFFFFF"/>
              </a:buClr>
              <a:buSzPts val="2400"/>
              <a:buNone/>
              <a:defRPr sz="2400">
                <a:solidFill>
                  <a:srgbClr val="FFFFFF"/>
                </a:solidFill>
              </a:defRPr>
            </a:lvl5pPr>
            <a:lvl6pPr lvl="5">
              <a:lnSpc>
                <a:spcPct val="100000"/>
              </a:lnSpc>
              <a:spcBef>
                <a:spcPts val="0"/>
              </a:spcBef>
              <a:spcAft>
                <a:spcPts val="0"/>
              </a:spcAft>
              <a:buClr>
                <a:srgbClr val="FFFFFF"/>
              </a:buClr>
              <a:buSzPts val="2400"/>
              <a:buNone/>
              <a:defRPr sz="2400">
                <a:solidFill>
                  <a:srgbClr val="FFFFFF"/>
                </a:solidFill>
              </a:defRPr>
            </a:lvl6pPr>
            <a:lvl7pPr lvl="6">
              <a:lnSpc>
                <a:spcPct val="100000"/>
              </a:lnSpc>
              <a:spcBef>
                <a:spcPts val="0"/>
              </a:spcBef>
              <a:spcAft>
                <a:spcPts val="0"/>
              </a:spcAft>
              <a:buClr>
                <a:srgbClr val="FFFFFF"/>
              </a:buClr>
              <a:buSzPts val="2400"/>
              <a:buNone/>
              <a:defRPr sz="2400">
                <a:solidFill>
                  <a:srgbClr val="FFFFFF"/>
                </a:solidFill>
              </a:defRPr>
            </a:lvl7pPr>
            <a:lvl8pPr lvl="7">
              <a:lnSpc>
                <a:spcPct val="100000"/>
              </a:lnSpc>
              <a:spcBef>
                <a:spcPts val="0"/>
              </a:spcBef>
              <a:spcAft>
                <a:spcPts val="0"/>
              </a:spcAft>
              <a:buClr>
                <a:srgbClr val="FFFFFF"/>
              </a:buClr>
              <a:buSzPts val="2400"/>
              <a:buNone/>
              <a:defRPr sz="2400">
                <a:solidFill>
                  <a:srgbClr val="FFFFFF"/>
                </a:solidFill>
              </a:defRPr>
            </a:lvl8pPr>
            <a:lvl9pPr lvl="8">
              <a:lnSpc>
                <a:spcPct val="100000"/>
              </a:lnSpc>
              <a:spcBef>
                <a:spcPts val="0"/>
              </a:spcBef>
              <a:spcAft>
                <a:spcPts val="0"/>
              </a:spcAft>
              <a:buClr>
                <a:srgbClr val="FFFFFF"/>
              </a:buClr>
              <a:buSzPts val="2400"/>
              <a:buNone/>
              <a:defRPr sz="2400">
                <a:solidFill>
                  <a:srgbClr val="FFFFFF"/>
                </a:solidFill>
              </a:defRPr>
            </a:lvl9pPr>
          </a:lstStyle>
          <a:p>
            <a:endParaRPr/>
          </a:p>
        </p:txBody>
      </p:sp>
      <p:grpSp>
        <p:nvGrpSpPr>
          <p:cNvPr id="22" name="Google Shape;22;p3"/>
          <p:cNvGrpSpPr/>
          <p:nvPr/>
        </p:nvGrpSpPr>
        <p:grpSpPr>
          <a:xfrm>
            <a:off x="436436" y="354787"/>
            <a:ext cx="4110766" cy="792572"/>
            <a:chOff x="436436" y="354787"/>
            <a:chExt cx="4110766" cy="792572"/>
          </a:xfrm>
        </p:grpSpPr>
        <p:pic>
          <p:nvPicPr>
            <p:cNvPr id="23" name="Google Shape;23;p3"/>
            <p:cNvPicPr preferRelativeResize="0"/>
            <p:nvPr/>
          </p:nvPicPr>
          <p:blipFill>
            <a:blip r:embed="rId2">
              <a:alphaModFix/>
            </a:blip>
            <a:stretch>
              <a:fillRect/>
            </a:stretch>
          </p:blipFill>
          <p:spPr>
            <a:xfrm>
              <a:off x="436436" y="354787"/>
              <a:ext cx="2143991" cy="792572"/>
            </a:xfrm>
            <a:prstGeom prst="rect">
              <a:avLst/>
            </a:prstGeom>
            <a:noFill/>
            <a:ln>
              <a:noFill/>
            </a:ln>
          </p:spPr>
        </p:pic>
        <p:cxnSp>
          <p:nvCxnSpPr>
            <p:cNvPr id="24" name="Google Shape;24;p3"/>
            <p:cNvCxnSpPr/>
            <p:nvPr/>
          </p:nvCxnSpPr>
          <p:spPr>
            <a:xfrm>
              <a:off x="2826477" y="522925"/>
              <a:ext cx="1713600" cy="0"/>
            </a:xfrm>
            <a:prstGeom prst="straightConnector1">
              <a:avLst/>
            </a:prstGeom>
            <a:noFill/>
            <a:ln w="9525" cap="flat" cmpd="sng">
              <a:solidFill>
                <a:srgbClr val="77C046"/>
              </a:solidFill>
              <a:prstDash val="solid"/>
              <a:round/>
              <a:headEnd type="none" w="med" len="med"/>
              <a:tailEnd type="none" w="med" len="med"/>
            </a:ln>
          </p:spPr>
        </p:cxnSp>
        <p:cxnSp>
          <p:nvCxnSpPr>
            <p:cNvPr id="25" name="Google Shape;25;p3"/>
            <p:cNvCxnSpPr/>
            <p:nvPr/>
          </p:nvCxnSpPr>
          <p:spPr>
            <a:xfrm>
              <a:off x="2826477" y="934200"/>
              <a:ext cx="1713600" cy="0"/>
            </a:xfrm>
            <a:prstGeom prst="straightConnector1">
              <a:avLst/>
            </a:prstGeom>
            <a:noFill/>
            <a:ln w="9525" cap="flat" cmpd="sng">
              <a:solidFill>
                <a:srgbClr val="77C046"/>
              </a:solidFill>
              <a:prstDash val="solid"/>
              <a:round/>
              <a:headEnd type="none" w="med" len="med"/>
              <a:tailEnd type="none" w="med" len="med"/>
            </a:ln>
          </p:spPr>
        </p:cxnSp>
        <p:pic>
          <p:nvPicPr>
            <p:cNvPr id="26" name="Google Shape;26;p3"/>
            <p:cNvPicPr preferRelativeResize="0"/>
            <p:nvPr/>
          </p:nvPicPr>
          <p:blipFill rotWithShape="1">
            <a:blip r:embed="rId3">
              <a:alphaModFix/>
            </a:blip>
            <a:srcRect r="9869"/>
            <a:stretch/>
          </p:blipFill>
          <p:spPr>
            <a:xfrm>
              <a:off x="2833625" y="516650"/>
              <a:ext cx="1713577" cy="471601"/>
            </a:xfrm>
            <a:prstGeom prst="rect">
              <a:avLst/>
            </a:prstGeom>
            <a:noFill/>
            <a:ln>
              <a:noFill/>
            </a:ln>
          </p:spPr>
        </p:pic>
      </p:grpSp>
      <p:pic>
        <p:nvPicPr>
          <p:cNvPr id="27" name="Google Shape;27;p3"/>
          <p:cNvPicPr preferRelativeResize="0"/>
          <p:nvPr/>
        </p:nvPicPr>
        <p:blipFill>
          <a:blip r:embed="rId4">
            <a:alphaModFix amt="20000"/>
          </a:blip>
          <a:stretch>
            <a:fillRect/>
          </a:stretch>
        </p:blipFill>
        <p:spPr>
          <a:xfrm>
            <a:off x="7713924" y="3562649"/>
            <a:ext cx="1430076" cy="1580850"/>
          </a:xfrm>
          <a:prstGeom prst="rect">
            <a:avLst/>
          </a:prstGeom>
          <a:noFill/>
          <a:ln>
            <a:noFill/>
          </a:ln>
        </p:spPr>
      </p:pic>
    </p:spTree>
    <p:extLst>
      <p:ext uri="{BB962C8B-B14F-4D97-AF65-F5344CB8AC3E}">
        <p14:creationId xmlns:p14="http://schemas.microsoft.com/office/powerpoint/2010/main" val="39924974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bg>
      <p:bgPr>
        <a:blipFill>
          <a:blip r:embed="rId2">
            <a:alphaModFix/>
          </a:blip>
          <a:stretch>
            <a:fillRect/>
          </a:stretch>
        </a:blipFill>
        <a:effectLst/>
      </p:bgPr>
    </p:bg>
    <p:spTree>
      <p:nvGrpSpPr>
        <p:cNvPr id="1" name="Shape 28"/>
        <p:cNvGrpSpPr/>
        <p:nvPr/>
      </p:nvGrpSpPr>
      <p:grpSpPr>
        <a:xfrm>
          <a:off x="0" y="0"/>
          <a:ext cx="0" cy="0"/>
          <a:chOff x="0" y="0"/>
          <a:chExt cx="0" cy="0"/>
        </a:xfrm>
      </p:grpSpPr>
      <p:sp>
        <p:nvSpPr>
          <p:cNvPr id="29" name="Google Shape;29;p4"/>
          <p:cNvSpPr txBox="1">
            <a:spLocks noGrp="1"/>
          </p:cNvSpPr>
          <p:nvPr>
            <p:ph type="sldNum" idx="12"/>
          </p:nvPr>
        </p:nvSpPr>
        <p:spPr>
          <a:xfrm>
            <a:off x="8352650" y="4916400"/>
            <a:ext cx="746400" cy="202200"/>
          </a:xfrm>
          <a:prstGeom prst="rect">
            <a:avLst/>
          </a:prstGeom>
        </p:spPr>
        <p:txBody>
          <a:bodyPr spcFirstLastPara="1" wrap="square" lIns="91425" tIns="91425" rIns="91425" bIns="91425" anchor="ctr" anchorCtr="0">
            <a:noAutofit/>
          </a:bodyPr>
          <a:lstStyle>
            <a:lvl1pPr lvl="0">
              <a:buNone/>
              <a:defRPr>
                <a:solidFill>
                  <a:srgbClr val="FFFFFF"/>
                </a:solidFill>
              </a:defRPr>
            </a:lvl1pPr>
            <a:lvl2pPr lvl="1">
              <a:buNone/>
              <a:defRPr>
                <a:solidFill>
                  <a:srgbClr val="FFFFFF"/>
                </a:solidFill>
              </a:defRPr>
            </a:lvl2pPr>
            <a:lvl3pPr lvl="2">
              <a:buNone/>
              <a:defRPr>
                <a:solidFill>
                  <a:srgbClr val="FFFFFF"/>
                </a:solidFill>
              </a:defRPr>
            </a:lvl3pPr>
            <a:lvl4pPr lvl="3">
              <a:buNone/>
              <a:defRPr>
                <a:solidFill>
                  <a:srgbClr val="FFFFFF"/>
                </a:solidFill>
              </a:defRPr>
            </a:lvl4pPr>
            <a:lvl5pPr lvl="4">
              <a:buNone/>
              <a:defRPr>
                <a:solidFill>
                  <a:srgbClr val="FFFFFF"/>
                </a:solidFill>
              </a:defRPr>
            </a:lvl5pPr>
            <a:lvl6pPr lvl="5">
              <a:buNone/>
              <a:defRPr>
                <a:solidFill>
                  <a:srgbClr val="FFFFFF"/>
                </a:solidFill>
              </a:defRPr>
            </a:lvl6pPr>
            <a:lvl7pPr lvl="6">
              <a:buNone/>
              <a:defRPr>
                <a:solidFill>
                  <a:srgbClr val="FFFFFF"/>
                </a:solidFill>
              </a:defRPr>
            </a:lvl7pPr>
            <a:lvl8pPr lvl="7">
              <a:buNone/>
              <a:defRPr>
                <a:solidFill>
                  <a:srgbClr val="FFFFFF"/>
                </a:solidFill>
              </a:defRPr>
            </a:lvl8pPr>
            <a:lvl9pPr lvl="8">
              <a:buNone/>
              <a:defRPr>
                <a:solidFill>
                  <a:srgbClr val="FFFFFF"/>
                </a:solidFill>
              </a:defRPr>
            </a:lvl9pPr>
          </a:lstStyle>
          <a:p>
            <a:pPr marL="0" lvl="0" indent="0" algn="r" rtl="0">
              <a:spcBef>
                <a:spcPts val="0"/>
              </a:spcBef>
              <a:spcAft>
                <a:spcPts val="0"/>
              </a:spcAft>
              <a:buNone/>
            </a:pPr>
            <a:fld id="{00000000-1234-1234-1234-123412341234}" type="slidenum">
              <a:rPr lang="en"/>
              <a:t>‹#›</a:t>
            </a:fld>
            <a:endParaRPr/>
          </a:p>
        </p:txBody>
      </p:sp>
      <p:sp>
        <p:nvSpPr>
          <p:cNvPr id="30" name="Google Shape;30;p4"/>
          <p:cNvSpPr txBox="1">
            <a:spLocks noGrp="1"/>
          </p:cNvSpPr>
          <p:nvPr>
            <p:ph type="ctrTitle"/>
          </p:nvPr>
        </p:nvSpPr>
        <p:spPr>
          <a:xfrm>
            <a:off x="319500" y="1783775"/>
            <a:ext cx="8505000" cy="1827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4400"/>
              <a:buNone/>
              <a:defRPr sz="4400">
                <a:solidFill>
                  <a:srgbClr val="FFFFFF"/>
                </a:solidFill>
              </a:defRPr>
            </a:lvl1pPr>
            <a:lvl2pPr lvl="1" algn="ctr" rtl="0">
              <a:spcBef>
                <a:spcPts val="0"/>
              </a:spcBef>
              <a:spcAft>
                <a:spcPts val="0"/>
              </a:spcAft>
              <a:buClr>
                <a:srgbClr val="FFFFFF"/>
              </a:buClr>
              <a:buSzPts val="4400"/>
              <a:buNone/>
              <a:defRPr sz="4400">
                <a:solidFill>
                  <a:srgbClr val="FFFFFF"/>
                </a:solidFill>
              </a:defRPr>
            </a:lvl2pPr>
            <a:lvl3pPr lvl="2" algn="ctr" rtl="0">
              <a:spcBef>
                <a:spcPts val="0"/>
              </a:spcBef>
              <a:spcAft>
                <a:spcPts val="0"/>
              </a:spcAft>
              <a:buClr>
                <a:srgbClr val="FFFFFF"/>
              </a:buClr>
              <a:buSzPts val="4400"/>
              <a:buNone/>
              <a:defRPr sz="4400">
                <a:solidFill>
                  <a:srgbClr val="FFFFFF"/>
                </a:solidFill>
              </a:defRPr>
            </a:lvl3pPr>
            <a:lvl4pPr lvl="3" algn="ctr" rtl="0">
              <a:spcBef>
                <a:spcPts val="0"/>
              </a:spcBef>
              <a:spcAft>
                <a:spcPts val="0"/>
              </a:spcAft>
              <a:buClr>
                <a:srgbClr val="FFFFFF"/>
              </a:buClr>
              <a:buSzPts val="4400"/>
              <a:buNone/>
              <a:defRPr sz="4400">
                <a:solidFill>
                  <a:srgbClr val="FFFFFF"/>
                </a:solidFill>
              </a:defRPr>
            </a:lvl4pPr>
            <a:lvl5pPr lvl="4" algn="ctr" rtl="0">
              <a:spcBef>
                <a:spcPts val="0"/>
              </a:spcBef>
              <a:spcAft>
                <a:spcPts val="0"/>
              </a:spcAft>
              <a:buClr>
                <a:srgbClr val="FFFFFF"/>
              </a:buClr>
              <a:buSzPts val="4400"/>
              <a:buNone/>
              <a:defRPr sz="4400">
                <a:solidFill>
                  <a:srgbClr val="FFFFFF"/>
                </a:solidFill>
              </a:defRPr>
            </a:lvl5pPr>
            <a:lvl6pPr lvl="5" algn="ctr" rtl="0">
              <a:spcBef>
                <a:spcPts val="0"/>
              </a:spcBef>
              <a:spcAft>
                <a:spcPts val="0"/>
              </a:spcAft>
              <a:buClr>
                <a:srgbClr val="FFFFFF"/>
              </a:buClr>
              <a:buSzPts val="4400"/>
              <a:buNone/>
              <a:defRPr sz="4400">
                <a:solidFill>
                  <a:srgbClr val="FFFFFF"/>
                </a:solidFill>
              </a:defRPr>
            </a:lvl6pPr>
            <a:lvl7pPr lvl="6" algn="ctr" rtl="0">
              <a:spcBef>
                <a:spcPts val="0"/>
              </a:spcBef>
              <a:spcAft>
                <a:spcPts val="0"/>
              </a:spcAft>
              <a:buClr>
                <a:srgbClr val="FFFFFF"/>
              </a:buClr>
              <a:buSzPts val="4400"/>
              <a:buNone/>
              <a:defRPr sz="4400">
                <a:solidFill>
                  <a:srgbClr val="FFFFFF"/>
                </a:solidFill>
              </a:defRPr>
            </a:lvl7pPr>
            <a:lvl8pPr lvl="7" algn="ctr" rtl="0">
              <a:spcBef>
                <a:spcPts val="0"/>
              </a:spcBef>
              <a:spcAft>
                <a:spcPts val="0"/>
              </a:spcAft>
              <a:buClr>
                <a:srgbClr val="FFFFFF"/>
              </a:buClr>
              <a:buSzPts val="4400"/>
              <a:buNone/>
              <a:defRPr sz="4400">
                <a:solidFill>
                  <a:srgbClr val="FFFFFF"/>
                </a:solidFill>
              </a:defRPr>
            </a:lvl8pPr>
            <a:lvl9pPr lvl="8" algn="ctr" rtl="0">
              <a:spcBef>
                <a:spcPts val="0"/>
              </a:spcBef>
              <a:spcAft>
                <a:spcPts val="0"/>
              </a:spcAft>
              <a:buClr>
                <a:srgbClr val="FFFFFF"/>
              </a:buClr>
              <a:buSzPts val="4400"/>
              <a:buNone/>
              <a:defRPr sz="4400">
                <a:solidFill>
                  <a:srgbClr val="FFFFFF"/>
                </a:solidFill>
              </a:defRPr>
            </a:lvl9pPr>
          </a:lstStyle>
          <a:p>
            <a:endParaRPr/>
          </a:p>
        </p:txBody>
      </p:sp>
      <p:pic>
        <p:nvPicPr>
          <p:cNvPr id="31" name="Google Shape;31;p4"/>
          <p:cNvPicPr preferRelativeResize="0"/>
          <p:nvPr/>
        </p:nvPicPr>
        <p:blipFill>
          <a:blip r:embed="rId3">
            <a:alphaModFix/>
          </a:blip>
          <a:stretch>
            <a:fillRect/>
          </a:stretch>
        </p:blipFill>
        <p:spPr>
          <a:xfrm>
            <a:off x="311700" y="4625825"/>
            <a:ext cx="1108789" cy="409874"/>
          </a:xfrm>
          <a:prstGeom prst="rect">
            <a:avLst/>
          </a:prstGeom>
          <a:noFill/>
          <a:ln>
            <a:noFill/>
          </a:ln>
        </p:spPr>
      </p:pic>
      <p:cxnSp>
        <p:nvCxnSpPr>
          <p:cNvPr id="32" name="Google Shape;32;p4"/>
          <p:cNvCxnSpPr/>
          <p:nvPr/>
        </p:nvCxnSpPr>
        <p:spPr>
          <a:xfrm>
            <a:off x="1547734" y="4712777"/>
            <a:ext cx="1108800" cy="0"/>
          </a:xfrm>
          <a:prstGeom prst="straightConnector1">
            <a:avLst/>
          </a:prstGeom>
          <a:noFill/>
          <a:ln w="9525" cap="flat" cmpd="sng">
            <a:solidFill>
              <a:srgbClr val="77C046"/>
            </a:solidFill>
            <a:prstDash val="solid"/>
            <a:round/>
            <a:headEnd type="none" w="med" len="med"/>
            <a:tailEnd type="none" w="med" len="med"/>
          </a:ln>
        </p:spPr>
      </p:cxnSp>
      <p:cxnSp>
        <p:nvCxnSpPr>
          <p:cNvPr id="33" name="Google Shape;33;p4"/>
          <p:cNvCxnSpPr/>
          <p:nvPr/>
        </p:nvCxnSpPr>
        <p:spPr>
          <a:xfrm>
            <a:off x="1547734" y="4925466"/>
            <a:ext cx="1108800" cy="0"/>
          </a:xfrm>
          <a:prstGeom prst="straightConnector1">
            <a:avLst/>
          </a:prstGeom>
          <a:noFill/>
          <a:ln w="9525" cap="flat" cmpd="sng">
            <a:solidFill>
              <a:srgbClr val="77C046"/>
            </a:solidFill>
            <a:prstDash val="solid"/>
            <a:round/>
            <a:headEnd type="none" w="med" len="med"/>
            <a:tailEnd type="none" w="med" len="med"/>
          </a:ln>
        </p:spPr>
      </p:cxnSp>
      <p:pic>
        <p:nvPicPr>
          <p:cNvPr id="34" name="Google Shape;34;p4"/>
          <p:cNvPicPr preferRelativeResize="0"/>
          <p:nvPr/>
        </p:nvPicPr>
        <p:blipFill rotWithShape="1">
          <a:blip r:embed="rId4">
            <a:alphaModFix/>
          </a:blip>
          <a:srcRect r="9869"/>
          <a:stretch/>
        </p:blipFill>
        <p:spPr>
          <a:xfrm>
            <a:off x="1757715" y="4708808"/>
            <a:ext cx="886195" cy="243886"/>
          </a:xfrm>
          <a:prstGeom prst="rect">
            <a:avLst/>
          </a:prstGeom>
          <a:noFill/>
          <a:ln>
            <a:noFill/>
          </a:ln>
        </p:spPr>
      </p:pic>
      <p:pic>
        <p:nvPicPr>
          <p:cNvPr id="35" name="Google Shape;35;p4"/>
          <p:cNvPicPr preferRelativeResize="0"/>
          <p:nvPr/>
        </p:nvPicPr>
        <p:blipFill>
          <a:blip r:embed="rId5">
            <a:alphaModFix/>
          </a:blip>
          <a:stretch>
            <a:fillRect/>
          </a:stretch>
        </p:blipFill>
        <p:spPr>
          <a:xfrm>
            <a:off x="1551432" y="4741548"/>
            <a:ext cx="193934" cy="155144"/>
          </a:xfrm>
          <a:prstGeom prst="rect">
            <a:avLst/>
          </a:prstGeom>
          <a:noFill/>
          <a:ln>
            <a:noFill/>
          </a:ln>
        </p:spPr>
      </p:pic>
      <p:pic>
        <p:nvPicPr>
          <p:cNvPr id="36" name="Google Shape;36;p4"/>
          <p:cNvPicPr preferRelativeResize="0"/>
          <p:nvPr/>
        </p:nvPicPr>
        <p:blipFill>
          <a:blip r:embed="rId6">
            <a:alphaModFix amt="20000"/>
          </a:blip>
          <a:stretch>
            <a:fillRect/>
          </a:stretch>
        </p:blipFill>
        <p:spPr>
          <a:xfrm>
            <a:off x="7713924" y="3562649"/>
            <a:ext cx="1430076" cy="1580850"/>
          </a:xfrm>
          <a:prstGeom prst="rect">
            <a:avLst/>
          </a:prstGeom>
          <a:noFill/>
          <a:ln>
            <a:noFill/>
          </a:ln>
        </p:spPr>
      </p:pic>
    </p:spTree>
    <p:extLst>
      <p:ext uri="{BB962C8B-B14F-4D97-AF65-F5344CB8AC3E}">
        <p14:creationId xmlns:p14="http://schemas.microsoft.com/office/powerpoint/2010/main" val="19237951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37"/>
        <p:cNvGrpSpPr/>
        <p:nvPr/>
      </p:nvGrpSpPr>
      <p:grpSpPr>
        <a:xfrm>
          <a:off x="0" y="0"/>
          <a:ext cx="0" cy="0"/>
          <a:chOff x="0" y="0"/>
          <a:chExt cx="0" cy="0"/>
        </a:xfrm>
      </p:grpSpPr>
      <p:pic>
        <p:nvPicPr>
          <p:cNvPr id="38" name="Google Shape;38;p5"/>
          <p:cNvPicPr preferRelativeResize="0"/>
          <p:nvPr/>
        </p:nvPicPr>
        <p:blipFill>
          <a:blip r:embed="rId2">
            <a:alphaModFix amt="20000"/>
          </a:blip>
          <a:stretch>
            <a:fillRect/>
          </a:stretch>
        </p:blipFill>
        <p:spPr>
          <a:xfrm>
            <a:off x="5013175" y="577152"/>
            <a:ext cx="4130825" cy="4566350"/>
          </a:xfrm>
          <a:prstGeom prst="rect">
            <a:avLst/>
          </a:prstGeom>
          <a:noFill/>
          <a:ln>
            <a:noFill/>
          </a:ln>
        </p:spPr>
      </p:pic>
      <p:sp>
        <p:nvSpPr>
          <p:cNvPr id="39" name="Google Shape;39;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40" name="Google Shape;40;p5"/>
          <p:cNvSpPr txBox="1">
            <a:spLocks noGrp="1"/>
          </p:cNvSpPr>
          <p:nvPr>
            <p:ph type="body" idx="1"/>
          </p:nvPr>
        </p:nvSpPr>
        <p:spPr>
          <a:xfrm>
            <a:off x="311700" y="1152475"/>
            <a:ext cx="8520600" cy="30501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800"/>
              </a:spcBef>
              <a:spcAft>
                <a:spcPts val="0"/>
              </a:spcAft>
              <a:buSzPts val="1400"/>
              <a:buChar char="○"/>
              <a:defRPr/>
            </a:lvl2pPr>
            <a:lvl3pPr marL="1371600" lvl="2" indent="-317500">
              <a:spcBef>
                <a:spcPts val="800"/>
              </a:spcBef>
              <a:spcAft>
                <a:spcPts val="0"/>
              </a:spcAft>
              <a:buSzPts val="1400"/>
              <a:buChar char="■"/>
              <a:defRPr/>
            </a:lvl3pPr>
            <a:lvl4pPr marL="1828800" lvl="3" indent="-317500">
              <a:spcBef>
                <a:spcPts val="800"/>
              </a:spcBef>
              <a:spcAft>
                <a:spcPts val="0"/>
              </a:spcAft>
              <a:buSzPts val="1400"/>
              <a:buChar char="●"/>
              <a:defRPr/>
            </a:lvl4pPr>
            <a:lvl5pPr marL="2286000" lvl="4" indent="-317500">
              <a:spcBef>
                <a:spcPts val="800"/>
              </a:spcBef>
              <a:spcAft>
                <a:spcPts val="0"/>
              </a:spcAft>
              <a:buSzPts val="1400"/>
              <a:buChar char="○"/>
              <a:defRPr/>
            </a:lvl5pPr>
            <a:lvl6pPr marL="2743200" lvl="5" indent="-317500">
              <a:spcBef>
                <a:spcPts val="800"/>
              </a:spcBef>
              <a:spcAft>
                <a:spcPts val="0"/>
              </a:spcAft>
              <a:buSzPts val="1400"/>
              <a:buChar char="■"/>
              <a:defRPr/>
            </a:lvl6pPr>
            <a:lvl7pPr marL="3200400" lvl="6" indent="-317500">
              <a:spcBef>
                <a:spcPts val="800"/>
              </a:spcBef>
              <a:spcAft>
                <a:spcPts val="0"/>
              </a:spcAft>
              <a:buSzPts val="1400"/>
              <a:buChar char="●"/>
              <a:defRPr/>
            </a:lvl7pPr>
            <a:lvl8pPr marL="3657600" lvl="7" indent="-317500">
              <a:spcBef>
                <a:spcPts val="800"/>
              </a:spcBef>
              <a:spcAft>
                <a:spcPts val="0"/>
              </a:spcAft>
              <a:buSzPts val="1400"/>
              <a:buChar char="○"/>
              <a:defRPr/>
            </a:lvl8pPr>
            <a:lvl9pPr marL="4114800" lvl="8" indent="-317500">
              <a:spcBef>
                <a:spcPts val="800"/>
              </a:spcBef>
              <a:spcAft>
                <a:spcPts val="800"/>
              </a:spcAft>
              <a:buSzPts val="1400"/>
              <a:buChar char="■"/>
              <a:defRPr/>
            </a:lvl9pPr>
          </a:lstStyle>
          <a:p>
            <a:endParaRPr/>
          </a:p>
        </p:txBody>
      </p:sp>
      <p:sp>
        <p:nvSpPr>
          <p:cNvPr id="41" name="Google Shape;41;p5"/>
          <p:cNvSpPr txBox="1">
            <a:spLocks noGrp="1"/>
          </p:cNvSpPr>
          <p:nvPr>
            <p:ph type="sldNum" idx="12"/>
          </p:nvPr>
        </p:nvSpPr>
        <p:spPr>
          <a:xfrm>
            <a:off x="8638650" y="4892775"/>
            <a:ext cx="505200" cy="2520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pic>
        <p:nvPicPr>
          <p:cNvPr id="42" name="Google Shape;42;p5"/>
          <p:cNvPicPr preferRelativeResize="0"/>
          <p:nvPr/>
        </p:nvPicPr>
        <p:blipFill>
          <a:blip r:embed="rId3">
            <a:alphaModFix/>
          </a:blip>
          <a:stretch>
            <a:fillRect/>
          </a:stretch>
        </p:blipFill>
        <p:spPr>
          <a:xfrm>
            <a:off x="311700" y="4618171"/>
            <a:ext cx="1108749" cy="409880"/>
          </a:xfrm>
          <a:prstGeom prst="rect">
            <a:avLst/>
          </a:prstGeom>
          <a:noFill/>
          <a:ln>
            <a:noFill/>
          </a:ln>
        </p:spPr>
      </p:pic>
      <p:pic>
        <p:nvPicPr>
          <p:cNvPr id="43" name="Google Shape;43;p5"/>
          <p:cNvPicPr preferRelativeResize="0"/>
          <p:nvPr/>
        </p:nvPicPr>
        <p:blipFill rotWithShape="1">
          <a:blip r:embed="rId4">
            <a:alphaModFix/>
          </a:blip>
          <a:srcRect r="9812"/>
          <a:stretch/>
        </p:blipFill>
        <p:spPr>
          <a:xfrm>
            <a:off x="1851001" y="4700900"/>
            <a:ext cx="901525" cy="247950"/>
          </a:xfrm>
          <a:prstGeom prst="rect">
            <a:avLst/>
          </a:prstGeom>
          <a:noFill/>
          <a:ln>
            <a:noFill/>
          </a:ln>
        </p:spPr>
      </p:pic>
      <p:cxnSp>
        <p:nvCxnSpPr>
          <p:cNvPr id="44" name="Google Shape;44;p5"/>
          <p:cNvCxnSpPr/>
          <p:nvPr/>
        </p:nvCxnSpPr>
        <p:spPr>
          <a:xfrm>
            <a:off x="1626548" y="4697350"/>
            <a:ext cx="1125600" cy="0"/>
          </a:xfrm>
          <a:prstGeom prst="straightConnector1">
            <a:avLst/>
          </a:prstGeom>
          <a:noFill/>
          <a:ln w="9525" cap="flat" cmpd="sng">
            <a:solidFill>
              <a:srgbClr val="77C046"/>
            </a:solidFill>
            <a:prstDash val="solid"/>
            <a:round/>
            <a:headEnd type="none" w="med" len="med"/>
            <a:tailEnd type="none" w="med" len="med"/>
          </a:ln>
        </p:spPr>
      </p:cxnSp>
      <p:cxnSp>
        <p:nvCxnSpPr>
          <p:cNvPr id="45" name="Google Shape;45;p5"/>
          <p:cNvCxnSpPr/>
          <p:nvPr/>
        </p:nvCxnSpPr>
        <p:spPr>
          <a:xfrm>
            <a:off x="1626978" y="4928525"/>
            <a:ext cx="1125600" cy="0"/>
          </a:xfrm>
          <a:prstGeom prst="straightConnector1">
            <a:avLst/>
          </a:prstGeom>
          <a:noFill/>
          <a:ln w="9525" cap="flat" cmpd="sng">
            <a:solidFill>
              <a:srgbClr val="77C046"/>
            </a:solidFill>
            <a:prstDash val="solid"/>
            <a:round/>
            <a:headEnd type="none" w="med" len="med"/>
            <a:tailEnd type="none" w="med" len="med"/>
          </a:ln>
        </p:spPr>
      </p:cxnSp>
      <p:pic>
        <p:nvPicPr>
          <p:cNvPr id="46" name="Google Shape;46;p5"/>
          <p:cNvPicPr preferRelativeResize="0"/>
          <p:nvPr/>
        </p:nvPicPr>
        <p:blipFill>
          <a:blip r:embed="rId5">
            <a:alphaModFix/>
          </a:blip>
          <a:stretch>
            <a:fillRect/>
          </a:stretch>
        </p:blipFill>
        <p:spPr>
          <a:xfrm>
            <a:off x="1626557" y="4745523"/>
            <a:ext cx="193934" cy="155144"/>
          </a:xfrm>
          <a:prstGeom prst="rect">
            <a:avLst/>
          </a:prstGeom>
          <a:noFill/>
          <a:ln>
            <a:noFill/>
          </a:ln>
        </p:spPr>
      </p:pic>
    </p:spTree>
    <p:extLst>
      <p:ext uri="{BB962C8B-B14F-4D97-AF65-F5344CB8AC3E}">
        <p14:creationId xmlns:p14="http://schemas.microsoft.com/office/powerpoint/2010/main" val="27678928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47"/>
        <p:cNvGrpSpPr/>
        <p:nvPr/>
      </p:nvGrpSpPr>
      <p:grpSpPr>
        <a:xfrm>
          <a:off x="0" y="0"/>
          <a:ext cx="0" cy="0"/>
          <a:chOff x="0" y="0"/>
          <a:chExt cx="0" cy="0"/>
        </a:xfrm>
      </p:grpSpPr>
      <p:sp>
        <p:nvSpPr>
          <p:cNvPr id="48" name="Google Shape;48;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49" name="Google Shape;49;p6"/>
          <p:cNvSpPr txBox="1">
            <a:spLocks noGrp="1"/>
          </p:cNvSpPr>
          <p:nvPr>
            <p:ph type="body" idx="1"/>
          </p:nvPr>
        </p:nvSpPr>
        <p:spPr>
          <a:xfrm>
            <a:off x="311700" y="1152475"/>
            <a:ext cx="3999900" cy="30609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800"/>
              </a:spcBef>
              <a:spcAft>
                <a:spcPts val="0"/>
              </a:spcAft>
              <a:buSzPts val="1200"/>
              <a:buChar char="○"/>
              <a:defRPr sz="1200"/>
            </a:lvl2pPr>
            <a:lvl3pPr marL="1371600" lvl="2" indent="-304800">
              <a:spcBef>
                <a:spcPts val="800"/>
              </a:spcBef>
              <a:spcAft>
                <a:spcPts val="0"/>
              </a:spcAft>
              <a:buSzPts val="1200"/>
              <a:buChar char="■"/>
              <a:defRPr sz="1200"/>
            </a:lvl3pPr>
            <a:lvl4pPr marL="1828800" lvl="3" indent="-304800">
              <a:spcBef>
                <a:spcPts val="800"/>
              </a:spcBef>
              <a:spcAft>
                <a:spcPts val="0"/>
              </a:spcAft>
              <a:buSzPts val="1200"/>
              <a:buChar char="●"/>
              <a:defRPr sz="1200"/>
            </a:lvl4pPr>
            <a:lvl5pPr marL="2286000" lvl="4" indent="-304800">
              <a:spcBef>
                <a:spcPts val="800"/>
              </a:spcBef>
              <a:spcAft>
                <a:spcPts val="0"/>
              </a:spcAft>
              <a:buSzPts val="1200"/>
              <a:buChar char="○"/>
              <a:defRPr sz="1200"/>
            </a:lvl5pPr>
            <a:lvl6pPr marL="2743200" lvl="5" indent="-304800">
              <a:spcBef>
                <a:spcPts val="800"/>
              </a:spcBef>
              <a:spcAft>
                <a:spcPts val="0"/>
              </a:spcAft>
              <a:buSzPts val="1200"/>
              <a:buChar char="■"/>
              <a:defRPr sz="1200"/>
            </a:lvl6pPr>
            <a:lvl7pPr marL="3200400" lvl="6" indent="-304800">
              <a:spcBef>
                <a:spcPts val="800"/>
              </a:spcBef>
              <a:spcAft>
                <a:spcPts val="0"/>
              </a:spcAft>
              <a:buSzPts val="1200"/>
              <a:buChar char="●"/>
              <a:defRPr sz="1200"/>
            </a:lvl7pPr>
            <a:lvl8pPr marL="3657600" lvl="7" indent="-304800">
              <a:spcBef>
                <a:spcPts val="800"/>
              </a:spcBef>
              <a:spcAft>
                <a:spcPts val="0"/>
              </a:spcAft>
              <a:buSzPts val="1200"/>
              <a:buChar char="○"/>
              <a:defRPr sz="1200"/>
            </a:lvl8pPr>
            <a:lvl9pPr marL="4114800" lvl="8" indent="-304800">
              <a:spcBef>
                <a:spcPts val="800"/>
              </a:spcBef>
              <a:spcAft>
                <a:spcPts val="800"/>
              </a:spcAft>
              <a:buSzPts val="1200"/>
              <a:buChar char="■"/>
              <a:defRPr sz="1200"/>
            </a:lvl9pPr>
          </a:lstStyle>
          <a:p>
            <a:endParaRPr/>
          </a:p>
        </p:txBody>
      </p:sp>
      <p:sp>
        <p:nvSpPr>
          <p:cNvPr id="50" name="Google Shape;50;p6"/>
          <p:cNvSpPr txBox="1">
            <a:spLocks noGrp="1"/>
          </p:cNvSpPr>
          <p:nvPr>
            <p:ph type="body" idx="2"/>
          </p:nvPr>
        </p:nvSpPr>
        <p:spPr>
          <a:xfrm>
            <a:off x="4832400" y="1152475"/>
            <a:ext cx="3999900" cy="30609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800"/>
              </a:spcBef>
              <a:spcAft>
                <a:spcPts val="0"/>
              </a:spcAft>
              <a:buSzPts val="1200"/>
              <a:buChar char="○"/>
              <a:defRPr sz="1200"/>
            </a:lvl2pPr>
            <a:lvl3pPr marL="1371600" lvl="2" indent="-304800">
              <a:spcBef>
                <a:spcPts val="800"/>
              </a:spcBef>
              <a:spcAft>
                <a:spcPts val="0"/>
              </a:spcAft>
              <a:buSzPts val="1200"/>
              <a:buChar char="■"/>
              <a:defRPr sz="1200"/>
            </a:lvl3pPr>
            <a:lvl4pPr marL="1828800" lvl="3" indent="-304800">
              <a:spcBef>
                <a:spcPts val="800"/>
              </a:spcBef>
              <a:spcAft>
                <a:spcPts val="0"/>
              </a:spcAft>
              <a:buSzPts val="1200"/>
              <a:buChar char="●"/>
              <a:defRPr sz="1200"/>
            </a:lvl4pPr>
            <a:lvl5pPr marL="2286000" lvl="4" indent="-304800">
              <a:spcBef>
                <a:spcPts val="800"/>
              </a:spcBef>
              <a:spcAft>
                <a:spcPts val="0"/>
              </a:spcAft>
              <a:buSzPts val="1200"/>
              <a:buChar char="○"/>
              <a:defRPr sz="1200"/>
            </a:lvl5pPr>
            <a:lvl6pPr marL="2743200" lvl="5" indent="-304800">
              <a:spcBef>
                <a:spcPts val="800"/>
              </a:spcBef>
              <a:spcAft>
                <a:spcPts val="0"/>
              </a:spcAft>
              <a:buSzPts val="1200"/>
              <a:buChar char="■"/>
              <a:defRPr sz="1200"/>
            </a:lvl6pPr>
            <a:lvl7pPr marL="3200400" lvl="6" indent="-304800">
              <a:spcBef>
                <a:spcPts val="800"/>
              </a:spcBef>
              <a:spcAft>
                <a:spcPts val="0"/>
              </a:spcAft>
              <a:buSzPts val="1200"/>
              <a:buChar char="●"/>
              <a:defRPr sz="1200"/>
            </a:lvl7pPr>
            <a:lvl8pPr marL="3657600" lvl="7" indent="-304800">
              <a:spcBef>
                <a:spcPts val="800"/>
              </a:spcBef>
              <a:spcAft>
                <a:spcPts val="0"/>
              </a:spcAft>
              <a:buSzPts val="1200"/>
              <a:buChar char="○"/>
              <a:defRPr sz="1200"/>
            </a:lvl8pPr>
            <a:lvl9pPr marL="4114800" lvl="8" indent="-304800">
              <a:spcBef>
                <a:spcPts val="800"/>
              </a:spcBef>
              <a:spcAft>
                <a:spcPts val="800"/>
              </a:spcAft>
              <a:buSzPts val="1200"/>
              <a:buChar char="■"/>
              <a:defRPr sz="1200"/>
            </a:lvl9pPr>
          </a:lstStyle>
          <a:p>
            <a:endParaRPr/>
          </a:p>
        </p:txBody>
      </p:sp>
      <p:sp>
        <p:nvSpPr>
          <p:cNvPr id="51" name="Google Shape;51;p6"/>
          <p:cNvSpPr txBox="1">
            <a:spLocks noGrp="1"/>
          </p:cNvSpPr>
          <p:nvPr>
            <p:ph type="sldNum" idx="12"/>
          </p:nvPr>
        </p:nvSpPr>
        <p:spPr>
          <a:xfrm>
            <a:off x="8638650" y="4892775"/>
            <a:ext cx="505200" cy="2520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pic>
        <p:nvPicPr>
          <p:cNvPr id="52" name="Google Shape;52;p6"/>
          <p:cNvPicPr preferRelativeResize="0"/>
          <p:nvPr/>
        </p:nvPicPr>
        <p:blipFill>
          <a:blip r:embed="rId2">
            <a:alphaModFix/>
          </a:blip>
          <a:stretch>
            <a:fillRect/>
          </a:stretch>
        </p:blipFill>
        <p:spPr>
          <a:xfrm>
            <a:off x="311700" y="4618171"/>
            <a:ext cx="1108749" cy="409880"/>
          </a:xfrm>
          <a:prstGeom prst="rect">
            <a:avLst/>
          </a:prstGeom>
          <a:noFill/>
          <a:ln>
            <a:noFill/>
          </a:ln>
        </p:spPr>
      </p:pic>
      <p:pic>
        <p:nvPicPr>
          <p:cNvPr id="53" name="Google Shape;53;p6"/>
          <p:cNvPicPr preferRelativeResize="0"/>
          <p:nvPr/>
        </p:nvPicPr>
        <p:blipFill rotWithShape="1">
          <a:blip r:embed="rId3">
            <a:alphaModFix/>
          </a:blip>
          <a:srcRect r="9812"/>
          <a:stretch/>
        </p:blipFill>
        <p:spPr>
          <a:xfrm>
            <a:off x="1851001" y="4700900"/>
            <a:ext cx="901524" cy="247950"/>
          </a:xfrm>
          <a:prstGeom prst="rect">
            <a:avLst/>
          </a:prstGeom>
          <a:noFill/>
          <a:ln>
            <a:noFill/>
          </a:ln>
        </p:spPr>
      </p:pic>
      <p:cxnSp>
        <p:nvCxnSpPr>
          <p:cNvPr id="54" name="Google Shape;54;p6"/>
          <p:cNvCxnSpPr/>
          <p:nvPr/>
        </p:nvCxnSpPr>
        <p:spPr>
          <a:xfrm>
            <a:off x="1626548" y="4697350"/>
            <a:ext cx="1125600" cy="0"/>
          </a:xfrm>
          <a:prstGeom prst="straightConnector1">
            <a:avLst/>
          </a:prstGeom>
          <a:noFill/>
          <a:ln w="9525" cap="flat" cmpd="sng">
            <a:solidFill>
              <a:srgbClr val="77C046"/>
            </a:solidFill>
            <a:prstDash val="solid"/>
            <a:round/>
            <a:headEnd type="none" w="med" len="med"/>
            <a:tailEnd type="none" w="med" len="med"/>
          </a:ln>
        </p:spPr>
      </p:cxnSp>
      <p:cxnSp>
        <p:nvCxnSpPr>
          <p:cNvPr id="55" name="Google Shape;55;p6"/>
          <p:cNvCxnSpPr/>
          <p:nvPr/>
        </p:nvCxnSpPr>
        <p:spPr>
          <a:xfrm>
            <a:off x="1626978" y="4928525"/>
            <a:ext cx="1125600" cy="0"/>
          </a:xfrm>
          <a:prstGeom prst="straightConnector1">
            <a:avLst/>
          </a:prstGeom>
          <a:noFill/>
          <a:ln w="9525" cap="flat" cmpd="sng">
            <a:solidFill>
              <a:srgbClr val="77C046"/>
            </a:solidFill>
            <a:prstDash val="solid"/>
            <a:round/>
            <a:headEnd type="none" w="med" len="med"/>
            <a:tailEnd type="none" w="med" len="med"/>
          </a:ln>
        </p:spPr>
      </p:cxnSp>
      <p:pic>
        <p:nvPicPr>
          <p:cNvPr id="56" name="Google Shape;56;p6"/>
          <p:cNvPicPr preferRelativeResize="0"/>
          <p:nvPr/>
        </p:nvPicPr>
        <p:blipFill>
          <a:blip r:embed="rId4">
            <a:alphaModFix/>
          </a:blip>
          <a:stretch>
            <a:fillRect/>
          </a:stretch>
        </p:blipFill>
        <p:spPr>
          <a:xfrm>
            <a:off x="1626557" y="4745523"/>
            <a:ext cx="193934" cy="155144"/>
          </a:xfrm>
          <a:prstGeom prst="rect">
            <a:avLst/>
          </a:prstGeom>
          <a:noFill/>
          <a:ln>
            <a:noFill/>
          </a:ln>
        </p:spPr>
      </p:pic>
      <p:pic>
        <p:nvPicPr>
          <p:cNvPr id="57" name="Google Shape;57;p6"/>
          <p:cNvPicPr preferRelativeResize="0"/>
          <p:nvPr/>
        </p:nvPicPr>
        <p:blipFill>
          <a:blip r:embed="rId5">
            <a:alphaModFix amt="20000"/>
          </a:blip>
          <a:stretch>
            <a:fillRect/>
          </a:stretch>
        </p:blipFill>
        <p:spPr>
          <a:xfrm>
            <a:off x="5013175" y="577152"/>
            <a:ext cx="4130825" cy="4566350"/>
          </a:xfrm>
          <a:prstGeom prst="rect">
            <a:avLst/>
          </a:prstGeom>
          <a:noFill/>
          <a:ln>
            <a:noFill/>
          </a:ln>
        </p:spPr>
      </p:pic>
    </p:spTree>
    <p:extLst>
      <p:ext uri="{BB962C8B-B14F-4D97-AF65-F5344CB8AC3E}">
        <p14:creationId xmlns:p14="http://schemas.microsoft.com/office/powerpoint/2010/main" val="32705249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58"/>
        <p:cNvGrpSpPr/>
        <p:nvPr/>
      </p:nvGrpSpPr>
      <p:grpSpPr>
        <a:xfrm>
          <a:off x="0" y="0"/>
          <a:ext cx="0" cy="0"/>
          <a:chOff x="0" y="0"/>
          <a:chExt cx="0" cy="0"/>
        </a:xfrm>
      </p:grpSpPr>
      <p:sp>
        <p:nvSpPr>
          <p:cNvPr id="59" name="Google Shape;59;p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60" name="Google Shape;60;p7"/>
          <p:cNvSpPr txBox="1">
            <a:spLocks noGrp="1"/>
          </p:cNvSpPr>
          <p:nvPr>
            <p:ph type="sldNum" idx="12"/>
          </p:nvPr>
        </p:nvSpPr>
        <p:spPr>
          <a:xfrm>
            <a:off x="8638650" y="4892775"/>
            <a:ext cx="505200" cy="2520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pic>
        <p:nvPicPr>
          <p:cNvPr id="61" name="Google Shape;61;p7"/>
          <p:cNvPicPr preferRelativeResize="0"/>
          <p:nvPr/>
        </p:nvPicPr>
        <p:blipFill>
          <a:blip r:embed="rId2">
            <a:alphaModFix amt="20000"/>
          </a:blip>
          <a:stretch>
            <a:fillRect/>
          </a:stretch>
        </p:blipFill>
        <p:spPr>
          <a:xfrm>
            <a:off x="5013175" y="577152"/>
            <a:ext cx="4130825" cy="4566350"/>
          </a:xfrm>
          <a:prstGeom prst="rect">
            <a:avLst/>
          </a:prstGeom>
          <a:noFill/>
          <a:ln>
            <a:noFill/>
          </a:ln>
        </p:spPr>
      </p:pic>
    </p:spTree>
    <p:extLst>
      <p:ext uri="{BB962C8B-B14F-4D97-AF65-F5344CB8AC3E}">
        <p14:creationId xmlns:p14="http://schemas.microsoft.com/office/powerpoint/2010/main" val="30523695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2"/>
        <p:cNvGrpSpPr/>
        <p:nvPr/>
      </p:nvGrpSpPr>
      <p:grpSpPr>
        <a:xfrm>
          <a:off x="0" y="0"/>
          <a:ext cx="0" cy="0"/>
          <a:chOff x="0" y="0"/>
          <a:chExt cx="0" cy="0"/>
        </a:xfrm>
      </p:grpSpPr>
      <p:sp>
        <p:nvSpPr>
          <p:cNvPr id="63" name="Google Shape;63;p8"/>
          <p:cNvSpPr txBox="1">
            <a:spLocks noGrp="1"/>
          </p:cNvSpPr>
          <p:nvPr>
            <p:ph type="sldNum" idx="12"/>
          </p:nvPr>
        </p:nvSpPr>
        <p:spPr>
          <a:xfrm>
            <a:off x="8638650" y="4892775"/>
            <a:ext cx="505200" cy="2520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267365215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7.xml"/><Relationship Id="rId7" Type="http://schemas.openxmlformats.org/officeDocument/2006/relationships/slideLayout" Target="../slideLayouts/slideLayout11.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rgbClr val="434343"/>
              </a:buClr>
              <a:buSzPts val="2800"/>
              <a:buNone/>
              <a:defRPr sz="2800">
                <a:solidFill>
                  <a:srgbClr val="434343"/>
                </a:solidFill>
              </a:defRPr>
            </a:lvl1pPr>
            <a:lvl2pPr lvl="1">
              <a:spcBef>
                <a:spcPts val="0"/>
              </a:spcBef>
              <a:spcAft>
                <a:spcPts val="0"/>
              </a:spcAft>
              <a:buClr>
                <a:srgbClr val="434343"/>
              </a:buClr>
              <a:buSzPts val="2800"/>
              <a:buNone/>
              <a:defRPr sz="2800">
                <a:solidFill>
                  <a:srgbClr val="434343"/>
                </a:solidFill>
              </a:defRPr>
            </a:lvl2pPr>
            <a:lvl3pPr lvl="2">
              <a:spcBef>
                <a:spcPts val="0"/>
              </a:spcBef>
              <a:spcAft>
                <a:spcPts val="0"/>
              </a:spcAft>
              <a:buClr>
                <a:srgbClr val="434343"/>
              </a:buClr>
              <a:buSzPts val="2800"/>
              <a:buNone/>
              <a:defRPr sz="2800">
                <a:solidFill>
                  <a:srgbClr val="434343"/>
                </a:solidFill>
              </a:defRPr>
            </a:lvl3pPr>
            <a:lvl4pPr lvl="3">
              <a:spcBef>
                <a:spcPts val="0"/>
              </a:spcBef>
              <a:spcAft>
                <a:spcPts val="0"/>
              </a:spcAft>
              <a:buClr>
                <a:srgbClr val="434343"/>
              </a:buClr>
              <a:buSzPts val="2800"/>
              <a:buNone/>
              <a:defRPr sz="2800">
                <a:solidFill>
                  <a:srgbClr val="434343"/>
                </a:solidFill>
              </a:defRPr>
            </a:lvl4pPr>
            <a:lvl5pPr lvl="4">
              <a:spcBef>
                <a:spcPts val="0"/>
              </a:spcBef>
              <a:spcAft>
                <a:spcPts val="0"/>
              </a:spcAft>
              <a:buClr>
                <a:srgbClr val="434343"/>
              </a:buClr>
              <a:buSzPts val="2800"/>
              <a:buNone/>
              <a:defRPr sz="2800">
                <a:solidFill>
                  <a:srgbClr val="434343"/>
                </a:solidFill>
              </a:defRPr>
            </a:lvl5pPr>
            <a:lvl6pPr lvl="5">
              <a:spcBef>
                <a:spcPts val="0"/>
              </a:spcBef>
              <a:spcAft>
                <a:spcPts val="0"/>
              </a:spcAft>
              <a:buClr>
                <a:srgbClr val="434343"/>
              </a:buClr>
              <a:buSzPts val="2800"/>
              <a:buNone/>
              <a:defRPr sz="2800">
                <a:solidFill>
                  <a:srgbClr val="434343"/>
                </a:solidFill>
              </a:defRPr>
            </a:lvl6pPr>
            <a:lvl7pPr lvl="6">
              <a:spcBef>
                <a:spcPts val="0"/>
              </a:spcBef>
              <a:spcAft>
                <a:spcPts val="0"/>
              </a:spcAft>
              <a:buClr>
                <a:srgbClr val="434343"/>
              </a:buClr>
              <a:buSzPts val="2800"/>
              <a:buNone/>
              <a:defRPr sz="2800">
                <a:solidFill>
                  <a:srgbClr val="434343"/>
                </a:solidFill>
              </a:defRPr>
            </a:lvl7pPr>
            <a:lvl8pPr lvl="7">
              <a:spcBef>
                <a:spcPts val="0"/>
              </a:spcBef>
              <a:spcAft>
                <a:spcPts val="0"/>
              </a:spcAft>
              <a:buClr>
                <a:srgbClr val="434343"/>
              </a:buClr>
              <a:buSzPts val="2800"/>
              <a:buNone/>
              <a:defRPr sz="2800">
                <a:solidFill>
                  <a:srgbClr val="434343"/>
                </a:solidFill>
              </a:defRPr>
            </a:lvl8pPr>
            <a:lvl9pPr lvl="8">
              <a:spcBef>
                <a:spcPts val="0"/>
              </a:spcBef>
              <a:spcAft>
                <a:spcPts val="0"/>
              </a:spcAft>
              <a:buClr>
                <a:srgbClr val="434343"/>
              </a:buClr>
              <a:buSzPts val="2800"/>
              <a:buNone/>
              <a:defRPr sz="2800">
                <a:solidFill>
                  <a:srgbClr val="434343"/>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4000"/>
              </a:lnSpc>
              <a:spcBef>
                <a:spcPts val="0"/>
              </a:spcBef>
              <a:spcAft>
                <a:spcPts val="0"/>
              </a:spcAft>
              <a:buClr>
                <a:srgbClr val="434343"/>
              </a:buClr>
              <a:buSzPts val="1800"/>
              <a:buChar char="●"/>
              <a:defRPr sz="1800">
                <a:solidFill>
                  <a:srgbClr val="434343"/>
                </a:solidFill>
              </a:defRPr>
            </a:lvl1pPr>
            <a:lvl2pPr marL="914400" lvl="1" indent="-317500">
              <a:lnSpc>
                <a:spcPct val="114000"/>
              </a:lnSpc>
              <a:spcBef>
                <a:spcPts val="800"/>
              </a:spcBef>
              <a:spcAft>
                <a:spcPts val="0"/>
              </a:spcAft>
              <a:buClr>
                <a:srgbClr val="434343"/>
              </a:buClr>
              <a:buSzPts val="1400"/>
              <a:buChar char="○"/>
              <a:defRPr>
                <a:solidFill>
                  <a:srgbClr val="434343"/>
                </a:solidFill>
              </a:defRPr>
            </a:lvl2pPr>
            <a:lvl3pPr marL="1371600" lvl="2" indent="-317500">
              <a:lnSpc>
                <a:spcPct val="114000"/>
              </a:lnSpc>
              <a:spcBef>
                <a:spcPts val="800"/>
              </a:spcBef>
              <a:spcAft>
                <a:spcPts val="0"/>
              </a:spcAft>
              <a:buClr>
                <a:srgbClr val="434343"/>
              </a:buClr>
              <a:buSzPts val="1400"/>
              <a:buChar char="■"/>
              <a:defRPr>
                <a:solidFill>
                  <a:srgbClr val="434343"/>
                </a:solidFill>
              </a:defRPr>
            </a:lvl3pPr>
            <a:lvl4pPr marL="1828800" lvl="3" indent="-317500">
              <a:lnSpc>
                <a:spcPct val="114000"/>
              </a:lnSpc>
              <a:spcBef>
                <a:spcPts val="800"/>
              </a:spcBef>
              <a:spcAft>
                <a:spcPts val="0"/>
              </a:spcAft>
              <a:buClr>
                <a:srgbClr val="434343"/>
              </a:buClr>
              <a:buSzPts val="1400"/>
              <a:buChar char="●"/>
              <a:defRPr>
                <a:solidFill>
                  <a:srgbClr val="434343"/>
                </a:solidFill>
              </a:defRPr>
            </a:lvl4pPr>
            <a:lvl5pPr marL="2286000" lvl="4" indent="-317500">
              <a:lnSpc>
                <a:spcPct val="114000"/>
              </a:lnSpc>
              <a:spcBef>
                <a:spcPts val="800"/>
              </a:spcBef>
              <a:spcAft>
                <a:spcPts val="0"/>
              </a:spcAft>
              <a:buClr>
                <a:srgbClr val="434343"/>
              </a:buClr>
              <a:buSzPts val="1400"/>
              <a:buChar char="○"/>
              <a:defRPr>
                <a:solidFill>
                  <a:srgbClr val="434343"/>
                </a:solidFill>
              </a:defRPr>
            </a:lvl5pPr>
            <a:lvl6pPr marL="2743200" lvl="5" indent="-317500">
              <a:lnSpc>
                <a:spcPct val="114000"/>
              </a:lnSpc>
              <a:spcBef>
                <a:spcPts val="800"/>
              </a:spcBef>
              <a:spcAft>
                <a:spcPts val="0"/>
              </a:spcAft>
              <a:buClr>
                <a:srgbClr val="434343"/>
              </a:buClr>
              <a:buSzPts val="1400"/>
              <a:buChar char="■"/>
              <a:defRPr>
                <a:solidFill>
                  <a:srgbClr val="434343"/>
                </a:solidFill>
              </a:defRPr>
            </a:lvl6pPr>
            <a:lvl7pPr marL="3200400" lvl="6" indent="-317500">
              <a:lnSpc>
                <a:spcPct val="114000"/>
              </a:lnSpc>
              <a:spcBef>
                <a:spcPts val="800"/>
              </a:spcBef>
              <a:spcAft>
                <a:spcPts val="0"/>
              </a:spcAft>
              <a:buClr>
                <a:srgbClr val="434343"/>
              </a:buClr>
              <a:buSzPts val="1400"/>
              <a:buChar char="●"/>
              <a:defRPr>
                <a:solidFill>
                  <a:srgbClr val="434343"/>
                </a:solidFill>
              </a:defRPr>
            </a:lvl7pPr>
            <a:lvl8pPr marL="3657600" lvl="7" indent="-317500">
              <a:lnSpc>
                <a:spcPct val="114000"/>
              </a:lnSpc>
              <a:spcBef>
                <a:spcPts val="800"/>
              </a:spcBef>
              <a:spcAft>
                <a:spcPts val="0"/>
              </a:spcAft>
              <a:buClr>
                <a:srgbClr val="434343"/>
              </a:buClr>
              <a:buSzPts val="1400"/>
              <a:buChar char="○"/>
              <a:defRPr>
                <a:solidFill>
                  <a:srgbClr val="434343"/>
                </a:solidFill>
              </a:defRPr>
            </a:lvl8pPr>
            <a:lvl9pPr marL="4114800" lvl="8" indent="-317500">
              <a:lnSpc>
                <a:spcPct val="114000"/>
              </a:lnSpc>
              <a:spcBef>
                <a:spcPts val="800"/>
              </a:spcBef>
              <a:spcAft>
                <a:spcPts val="800"/>
              </a:spcAft>
              <a:buClr>
                <a:srgbClr val="434343"/>
              </a:buClr>
              <a:buSzPts val="1400"/>
              <a:buChar char="■"/>
              <a:defRPr>
                <a:solidFill>
                  <a:srgbClr val="434343"/>
                </a:solidFill>
              </a:defRPr>
            </a:lvl9pPr>
          </a:lstStyle>
          <a:p>
            <a:endParaRPr/>
          </a:p>
        </p:txBody>
      </p:sp>
      <p:sp>
        <p:nvSpPr>
          <p:cNvPr id="8" name="Google Shape;8;p1"/>
          <p:cNvSpPr txBox="1">
            <a:spLocks noGrp="1"/>
          </p:cNvSpPr>
          <p:nvPr>
            <p:ph type="sldNum" idx="12"/>
          </p:nvPr>
        </p:nvSpPr>
        <p:spPr>
          <a:xfrm>
            <a:off x="192875" y="4404325"/>
            <a:ext cx="311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3" r:id="rId3"/>
    <p:sldLayoutId id="2147483655"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rgbClr val="434343"/>
              </a:buClr>
              <a:buSzPts val="2800"/>
              <a:buNone/>
              <a:defRPr sz="2800">
                <a:solidFill>
                  <a:srgbClr val="434343"/>
                </a:solidFill>
              </a:defRPr>
            </a:lvl1pPr>
            <a:lvl2pPr lvl="1">
              <a:spcBef>
                <a:spcPts val="0"/>
              </a:spcBef>
              <a:spcAft>
                <a:spcPts val="0"/>
              </a:spcAft>
              <a:buClr>
                <a:srgbClr val="434343"/>
              </a:buClr>
              <a:buSzPts val="2800"/>
              <a:buNone/>
              <a:defRPr sz="2800">
                <a:solidFill>
                  <a:srgbClr val="434343"/>
                </a:solidFill>
              </a:defRPr>
            </a:lvl2pPr>
            <a:lvl3pPr lvl="2">
              <a:spcBef>
                <a:spcPts val="0"/>
              </a:spcBef>
              <a:spcAft>
                <a:spcPts val="0"/>
              </a:spcAft>
              <a:buClr>
                <a:srgbClr val="434343"/>
              </a:buClr>
              <a:buSzPts val="2800"/>
              <a:buNone/>
              <a:defRPr sz="2800">
                <a:solidFill>
                  <a:srgbClr val="434343"/>
                </a:solidFill>
              </a:defRPr>
            </a:lvl3pPr>
            <a:lvl4pPr lvl="3">
              <a:spcBef>
                <a:spcPts val="0"/>
              </a:spcBef>
              <a:spcAft>
                <a:spcPts val="0"/>
              </a:spcAft>
              <a:buClr>
                <a:srgbClr val="434343"/>
              </a:buClr>
              <a:buSzPts val="2800"/>
              <a:buNone/>
              <a:defRPr sz="2800">
                <a:solidFill>
                  <a:srgbClr val="434343"/>
                </a:solidFill>
              </a:defRPr>
            </a:lvl4pPr>
            <a:lvl5pPr lvl="4">
              <a:spcBef>
                <a:spcPts val="0"/>
              </a:spcBef>
              <a:spcAft>
                <a:spcPts val="0"/>
              </a:spcAft>
              <a:buClr>
                <a:srgbClr val="434343"/>
              </a:buClr>
              <a:buSzPts val="2800"/>
              <a:buNone/>
              <a:defRPr sz="2800">
                <a:solidFill>
                  <a:srgbClr val="434343"/>
                </a:solidFill>
              </a:defRPr>
            </a:lvl5pPr>
            <a:lvl6pPr lvl="5">
              <a:spcBef>
                <a:spcPts val="0"/>
              </a:spcBef>
              <a:spcAft>
                <a:spcPts val="0"/>
              </a:spcAft>
              <a:buClr>
                <a:srgbClr val="434343"/>
              </a:buClr>
              <a:buSzPts val="2800"/>
              <a:buNone/>
              <a:defRPr sz="2800">
                <a:solidFill>
                  <a:srgbClr val="434343"/>
                </a:solidFill>
              </a:defRPr>
            </a:lvl6pPr>
            <a:lvl7pPr lvl="6">
              <a:spcBef>
                <a:spcPts val="0"/>
              </a:spcBef>
              <a:spcAft>
                <a:spcPts val="0"/>
              </a:spcAft>
              <a:buClr>
                <a:srgbClr val="434343"/>
              </a:buClr>
              <a:buSzPts val="2800"/>
              <a:buNone/>
              <a:defRPr sz="2800">
                <a:solidFill>
                  <a:srgbClr val="434343"/>
                </a:solidFill>
              </a:defRPr>
            </a:lvl7pPr>
            <a:lvl8pPr lvl="7">
              <a:spcBef>
                <a:spcPts val="0"/>
              </a:spcBef>
              <a:spcAft>
                <a:spcPts val="0"/>
              </a:spcAft>
              <a:buClr>
                <a:srgbClr val="434343"/>
              </a:buClr>
              <a:buSzPts val="2800"/>
              <a:buNone/>
              <a:defRPr sz="2800">
                <a:solidFill>
                  <a:srgbClr val="434343"/>
                </a:solidFill>
              </a:defRPr>
            </a:lvl8pPr>
            <a:lvl9pPr lvl="8">
              <a:spcBef>
                <a:spcPts val="0"/>
              </a:spcBef>
              <a:spcAft>
                <a:spcPts val="0"/>
              </a:spcAft>
              <a:buClr>
                <a:srgbClr val="434343"/>
              </a:buClr>
              <a:buSzPts val="2800"/>
              <a:buNone/>
              <a:defRPr sz="2800">
                <a:solidFill>
                  <a:srgbClr val="434343"/>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4000"/>
              </a:lnSpc>
              <a:spcBef>
                <a:spcPts val="0"/>
              </a:spcBef>
              <a:spcAft>
                <a:spcPts val="0"/>
              </a:spcAft>
              <a:buClr>
                <a:srgbClr val="434343"/>
              </a:buClr>
              <a:buSzPts val="1800"/>
              <a:buChar char="●"/>
              <a:defRPr sz="1800">
                <a:solidFill>
                  <a:srgbClr val="434343"/>
                </a:solidFill>
              </a:defRPr>
            </a:lvl1pPr>
            <a:lvl2pPr marL="914400" lvl="1" indent="-317500">
              <a:lnSpc>
                <a:spcPct val="114000"/>
              </a:lnSpc>
              <a:spcBef>
                <a:spcPts val="800"/>
              </a:spcBef>
              <a:spcAft>
                <a:spcPts val="0"/>
              </a:spcAft>
              <a:buClr>
                <a:srgbClr val="434343"/>
              </a:buClr>
              <a:buSzPts val="1400"/>
              <a:buChar char="○"/>
              <a:defRPr>
                <a:solidFill>
                  <a:srgbClr val="434343"/>
                </a:solidFill>
              </a:defRPr>
            </a:lvl2pPr>
            <a:lvl3pPr marL="1371600" lvl="2" indent="-317500">
              <a:lnSpc>
                <a:spcPct val="114000"/>
              </a:lnSpc>
              <a:spcBef>
                <a:spcPts val="800"/>
              </a:spcBef>
              <a:spcAft>
                <a:spcPts val="0"/>
              </a:spcAft>
              <a:buClr>
                <a:srgbClr val="434343"/>
              </a:buClr>
              <a:buSzPts val="1400"/>
              <a:buChar char="■"/>
              <a:defRPr>
                <a:solidFill>
                  <a:srgbClr val="434343"/>
                </a:solidFill>
              </a:defRPr>
            </a:lvl3pPr>
            <a:lvl4pPr marL="1828800" lvl="3" indent="-317500">
              <a:lnSpc>
                <a:spcPct val="114000"/>
              </a:lnSpc>
              <a:spcBef>
                <a:spcPts val="800"/>
              </a:spcBef>
              <a:spcAft>
                <a:spcPts val="0"/>
              </a:spcAft>
              <a:buClr>
                <a:srgbClr val="434343"/>
              </a:buClr>
              <a:buSzPts val="1400"/>
              <a:buChar char="●"/>
              <a:defRPr>
                <a:solidFill>
                  <a:srgbClr val="434343"/>
                </a:solidFill>
              </a:defRPr>
            </a:lvl4pPr>
            <a:lvl5pPr marL="2286000" lvl="4" indent="-317500">
              <a:lnSpc>
                <a:spcPct val="114000"/>
              </a:lnSpc>
              <a:spcBef>
                <a:spcPts val="800"/>
              </a:spcBef>
              <a:spcAft>
                <a:spcPts val="0"/>
              </a:spcAft>
              <a:buClr>
                <a:srgbClr val="434343"/>
              </a:buClr>
              <a:buSzPts val="1400"/>
              <a:buChar char="○"/>
              <a:defRPr>
                <a:solidFill>
                  <a:srgbClr val="434343"/>
                </a:solidFill>
              </a:defRPr>
            </a:lvl5pPr>
            <a:lvl6pPr marL="2743200" lvl="5" indent="-317500">
              <a:lnSpc>
                <a:spcPct val="114000"/>
              </a:lnSpc>
              <a:spcBef>
                <a:spcPts val="800"/>
              </a:spcBef>
              <a:spcAft>
                <a:spcPts val="0"/>
              </a:spcAft>
              <a:buClr>
                <a:srgbClr val="434343"/>
              </a:buClr>
              <a:buSzPts val="1400"/>
              <a:buChar char="■"/>
              <a:defRPr>
                <a:solidFill>
                  <a:srgbClr val="434343"/>
                </a:solidFill>
              </a:defRPr>
            </a:lvl6pPr>
            <a:lvl7pPr marL="3200400" lvl="6" indent="-317500">
              <a:lnSpc>
                <a:spcPct val="114000"/>
              </a:lnSpc>
              <a:spcBef>
                <a:spcPts val="800"/>
              </a:spcBef>
              <a:spcAft>
                <a:spcPts val="0"/>
              </a:spcAft>
              <a:buClr>
                <a:srgbClr val="434343"/>
              </a:buClr>
              <a:buSzPts val="1400"/>
              <a:buChar char="●"/>
              <a:defRPr>
                <a:solidFill>
                  <a:srgbClr val="434343"/>
                </a:solidFill>
              </a:defRPr>
            </a:lvl7pPr>
            <a:lvl8pPr marL="3657600" lvl="7" indent="-317500">
              <a:lnSpc>
                <a:spcPct val="114000"/>
              </a:lnSpc>
              <a:spcBef>
                <a:spcPts val="800"/>
              </a:spcBef>
              <a:spcAft>
                <a:spcPts val="0"/>
              </a:spcAft>
              <a:buClr>
                <a:srgbClr val="434343"/>
              </a:buClr>
              <a:buSzPts val="1400"/>
              <a:buChar char="○"/>
              <a:defRPr>
                <a:solidFill>
                  <a:srgbClr val="434343"/>
                </a:solidFill>
              </a:defRPr>
            </a:lvl8pPr>
            <a:lvl9pPr marL="4114800" lvl="8" indent="-317500">
              <a:lnSpc>
                <a:spcPct val="114000"/>
              </a:lnSpc>
              <a:spcBef>
                <a:spcPts val="800"/>
              </a:spcBef>
              <a:spcAft>
                <a:spcPts val="800"/>
              </a:spcAft>
              <a:buClr>
                <a:srgbClr val="434343"/>
              </a:buClr>
              <a:buSzPts val="1400"/>
              <a:buChar char="■"/>
              <a:defRPr>
                <a:solidFill>
                  <a:srgbClr val="434343"/>
                </a:solidFill>
              </a:defRPr>
            </a:lvl9pPr>
          </a:lstStyle>
          <a:p>
            <a:endParaRPr/>
          </a:p>
        </p:txBody>
      </p:sp>
      <p:sp>
        <p:nvSpPr>
          <p:cNvPr id="8" name="Google Shape;8;p1"/>
          <p:cNvSpPr txBox="1">
            <a:spLocks noGrp="1"/>
          </p:cNvSpPr>
          <p:nvPr>
            <p:ph type="sldNum" idx="12"/>
          </p:nvPr>
        </p:nvSpPr>
        <p:spPr>
          <a:xfrm>
            <a:off x="192875" y="4404325"/>
            <a:ext cx="311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809775682"/>
      </p:ext>
    </p:extLst>
  </p:cSld>
  <p:clrMap bg1="lt1" tx1="dk1" bg2="dk2" tx2="lt2" accent1="accent1" accent2="accent2" accent3="accent3" accent4="accent4" accent5="accent5" accent6="accent6" hlink="hlink" folHlink="folHlink"/>
  <p:sldLayoutIdLst>
    <p:sldLayoutId id="2147483657" r:id="rId1"/>
    <p:sldLayoutId id="2147483658" r:id="rId2"/>
    <p:sldLayoutId id="2147483659" r:id="rId3"/>
    <p:sldLayoutId id="2147483660" r:id="rId4"/>
    <p:sldLayoutId id="2147483661" r:id="rId5"/>
    <p:sldLayoutId id="2147483662" r:id="rId6"/>
    <p:sldLayoutId id="2147483663"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hyperlink" Target="https://youtu.be/skaj70Qo3FA" TargetMode="External"/><Relationship Id="rId4" Type="http://schemas.openxmlformats.org/officeDocument/2006/relationships/hyperlink" Target="https://upload.wikimedia.org/wikipedia/commons/4/4f/DO-178B_Process_Visual_Summary_Rev_A.pdf"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real-time-consulting.com/wp-content/uploads/2025/03/Understanding-DO178C.pdf"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hyperlink" Target="https://thecloudstrap.com/design-assurance-level-dal-in-do-178c/" TargetMode="External"/></Relationships>
</file>

<file path=ppt/slides/_rels/slide8.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6.png"/><Relationship Id="rId7"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hyperlink" Target="https://www.parasoft.com/learning-center/do-178c/what-is/" TargetMode="External"/><Relationship Id="rId4" Type="http://schemas.openxmlformats.org/officeDocument/2006/relationships/hyperlink" Target="https://commons.wikimedia.org/w/index.php?curid=27610716" TargetMode="External"/></Relationships>
</file>

<file path=ppt/slides/_rels/slide9.xml.rels><?xml version="1.0" encoding="UTF-8" standalone="yes"?>
<Relationships xmlns="http://schemas.openxmlformats.org/package/2006/relationships"><Relationship Id="rId8" Type="http://schemas.openxmlformats.org/officeDocument/2006/relationships/hyperlink" Target="https://quicksearch.dla.mil/qsDocDetails.aspx?ident_number=36027" TargetMode="External"/><Relationship Id="rId3" Type="http://schemas.openxmlformats.org/officeDocument/2006/relationships/image" Target="../media/image20.png"/><Relationship Id="rId7" Type="http://schemas.openxmlformats.org/officeDocument/2006/relationships/hyperlink" Target="https://en.wikipedia.org/wiki/IEC_61508#Probabilistic_analysis"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hyperlink" Target="https://www.rapitasystems.com/do178c-testing" TargetMode="External"/><Relationship Id="rId5" Type="http://schemas.openxmlformats.org/officeDocument/2006/relationships/hyperlink" Target="https://en.wikipedia.org/wiki/Automotive_Safety_Integrity_Level#Comparison_with_Other_Hazard_Level_Standards" TargetMode="External"/><Relationship Id="rId10" Type="http://schemas.openxmlformats.org/officeDocument/2006/relationships/image" Target="../media/image21.png"/><Relationship Id="rId4" Type="http://schemas.openxmlformats.org/officeDocument/2006/relationships/hyperlink" Target="https://www.rapitasystems.com/blog/whats-difference-between-sil-and-dal-how-does-it-affect-my-code-coverage" TargetMode="External"/><Relationship Id="rId9" Type="http://schemas.openxmlformats.org/officeDocument/2006/relationships/hyperlink" Target="https://nodis3.gsfc.nasa.gov/displayDir.cfm?t=NPR&amp;c=7150&amp;s=2B"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ntrs.nasa.gov/api/citations/20240010993/downloads/FM24-V2.pdf"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hyperlink" Target="https://github.com/elisa-tech/wg-aerospace/discussions?discussions_q=is%3Aopen+use+case"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hyperlink" Target="https://lists.elisa.tech/g/aerospace"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hyperlink" Target="https://elisa.tech/community/meetings/"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7"/>
        <p:cNvGrpSpPr/>
        <p:nvPr/>
      </p:nvGrpSpPr>
      <p:grpSpPr>
        <a:xfrm>
          <a:off x="0" y="0"/>
          <a:ext cx="0" cy="0"/>
          <a:chOff x="0" y="0"/>
          <a:chExt cx="0" cy="0"/>
        </a:xfrm>
      </p:grpSpPr>
      <p:sp>
        <p:nvSpPr>
          <p:cNvPr id="68" name="Google Shape;68;p9"/>
          <p:cNvSpPr txBox="1">
            <a:spLocks noGrp="1"/>
          </p:cNvSpPr>
          <p:nvPr>
            <p:ph type="ctrTitle"/>
          </p:nvPr>
        </p:nvSpPr>
        <p:spPr>
          <a:xfrm>
            <a:off x="605700" y="1836625"/>
            <a:ext cx="4401000" cy="976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ELISA Workshop</a:t>
            </a:r>
            <a:br>
              <a:rPr lang="en"/>
            </a:br>
            <a:r>
              <a:rPr lang="en"/>
              <a:t>Munich, Germany</a:t>
            </a:r>
            <a:endParaRPr/>
          </a:p>
        </p:txBody>
      </p:sp>
      <p:sp>
        <p:nvSpPr>
          <p:cNvPr id="69" name="Google Shape;69;p9"/>
          <p:cNvSpPr txBox="1">
            <a:spLocks noGrp="1"/>
          </p:cNvSpPr>
          <p:nvPr>
            <p:ph type="subTitle" idx="1"/>
          </p:nvPr>
        </p:nvSpPr>
        <p:spPr>
          <a:xfrm>
            <a:off x="605650" y="2948525"/>
            <a:ext cx="4401000" cy="1413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November 18-20, 2025</a:t>
            </a:r>
            <a:endParaRPr/>
          </a:p>
          <a:p>
            <a:pPr marL="0" lvl="0" indent="0" algn="l" rtl="0">
              <a:spcBef>
                <a:spcPts val="0"/>
              </a:spcBef>
              <a:spcAft>
                <a:spcPts val="0"/>
              </a:spcAft>
              <a:buNone/>
            </a:pPr>
            <a:r>
              <a:rPr lang="en"/>
              <a:t>Co-hosted with Red Hat</a:t>
            </a:r>
            <a:endParaRPr/>
          </a:p>
          <a:p>
            <a:pPr marL="0" lvl="0" indent="0" algn="l"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Shape 73"/>
        <p:cNvGrpSpPr/>
        <p:nvPr/>
      </p:nvGrpSpPr>
      <p:grpSpPr>
        <a:xfrm>
          <a:off x="0" y="0"/>
          <a:ext cx="0" cy="0"/>
          <a:chOff x="0" y="0"/>
          <a:chExt cx="0" cy="0"/>
        </a:xfrm>
      </p:grpSpPr>
      <p:sp>
        <p:nvSpPr>
          <p:cNvPr id="74" name="Google Shape;74;p10"/>
          <p:cNvSpPr txBox="1">
            <a:spLocks noGrp="1"/>
          </p:cNvSpPr>
          <p:nvPr>
            <p:ph type="ctrTitle"/>
          </p:nvPr>
        </p:nvSpPr>
        <p:spPr>
          <a:xfrm>
            <a:off x="319500" y="1783775"/>
            <a:ext cx="8505000" cy="1827600"/>
          </a:xfrm>
          <a:prstGeom prst="rect">
            <a:avLst/>
          </a:prstGeom>
        </p:spPr>
        <p:txBody>
          <a:bodyPr spcFirstLastPara="1" wrap="square" lIns="91425" tIns="91425" rIns="91425" bIns="91425" anchor="ctr" anchorCtr="0">
            <a:noAutofit/>
          </a:bodyPr>
          <a:lstStyle/>
          <a:p>
            <a:r>
              <a:rPr lang="en-US" dirty="0"/>
              <a:t>Industry Safety Level(s) vs. </a:t>
            </a:r>
            <a:br>
              <a:rPr lang="en-US" dirty="0"/>
            </a:br>
            <a:r>
              <a:rPr lang="en-US" dirty="0"/>
              <a:t>Aerospace Use Cases</a:t>
            </a:r>
            <a:endParaRPr dirty="0"/>
          </a:p>
        </p:txBody>
      </p:sp>
      <p:sp>
        <p:nvSpPr>
          <p:cNvPr id="75" name="Google Shape;75;p10"/>
          <p:cNvSpPr txBox="1"/>
          <p:nvPr/>
        </p:nvSpPr>
        <p:spPr>
          <a:xfrm>
            <a:off x="3377100" y="4804800"/>
            <a:ext cx="2389800" cy="338700"/>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14000"/>
              </a:lnSpc>
              <a:spcBef>
                <a:spcPts val="0"/>
              </a:spcBef>
              <a:spcAft>
                <a:spcPts val="800"/>
              </a:spcAft>
              <a:buClr>
                <a:srgbClr val="000000"/>
              </a:buClr>
              <a:buSzTx/>
              <a:buFont typeface="Arial"/>
              <a:buNone/>
              <a:tabLst/>
              <a:defRPr/>
            </a:pPr>
            <a:r>
              <a:rPr kumimoji="0" lang="en" sz="1000" b="0" i="1" u="none" strike="noStrike" kern="0" cap="none" spc="0" normalizeH="0" baseline="0" noProof="0">
                <a:ln>
                  <a:noFill/>
                </a:ln>
                <a:solidFill>
                  <a:srgbClr val="999999"/>
                </a:solidFill>
                <a:effectLst/>
                <a:uLnTx/>
                <a:uFillTx/>
                <a:latin typeface="Arial"/>
                <a:cs typeface="Arial"/>
                <a:sym typeface="Arial"/>
              </a:rPr>
              <a:t>Work in Progress - License: CC-BY-4.0</a:t>
            </a:r>
            <a:endParaRPr kumimoji="0" sz="600" b="0" i="0" u="none" strike="noStrike" kern="0" cap="none" spc="0" normalizeH="0" baseline="0" noProof="0">
              <a:ln>
                <a:noFill/>
              </a:ln>
              <a:solidFill>
                <a:srgbClr val="999999"/>
              </a:solidFill>
              <a:effectLst/>
              <a:uLnTx/>
              <a:uFillTx/>
              <a:latin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2" name="Google Shape;82;p11"/>
          <p:cNvSpPr txBox="1"/>
          <p:nvPr/>
        </p:nvSpPr>
        <p:spPr>
          <a:xfrm>
            <a:off x="3377100" y="4804800"/>
            <a:ext cx="2389800" cy="338700"/>
          </a:xfrm>
          <a:prstGeom prst="rect">
            <a:avLst/>
          </a:prstGeom>
          <a:noFill/>
          <a:ln>
            <a:noFill/>
          </a:ln>
        </p:spPr>
        <p:txBody>
          <a:bodyPr spcFirstLastPara="1" wrap="square" lIns="91425" tIns="91425" rIns="91425" bIns="91425" anchor="t" anchorCtr="0">
            <a:spAutoFit/>
          </a:bodyPr>
          <a:lstStyle/>
          <a:p>
            <a:pPr marL="0" lvl="0" indent="0" algn="l" rtl="0">
              <a:lnSpc>
                <a:spcPct val="114000"/>
              </a:lnSpc>
              <a:spcBef>
                <a:spcPts val="0"/>
              </a:spcBef>
              <a:spcAft>
                <a:spcPts val="800"/>
              </a:spcAft>
              <a:buNone/>
            </a:pPr>
            <a:r>
              <a:rPr lang="en" sz="1000" i="1" dirty="0">
                <a:solidFill>
                  <a:srgbClr val="B7B7B7"/>
                </a:solidFill>
              </a:rPr>
              <a:t>Work in Progress - License: CC-BY-4.0</a:t>
            </a:r>
            <a:endParaRPr sz="600" dirty="0">
              <a:solidFill>
                <a:srgbClr val="B7B7B7"/>
              </a:solidFill>
            </a:endParaRPr>
          </a:p>
        </p:txBody>
      </p:sp>
      <p:sp>
        <p:nvSpPr>
          <p:cNvPr id="2" name="Google Shape;61;p11">
            <a:extLst>
              <a:ext uri="{FF2B5EF4-FFF2-40B4-BE49-F238E27FC236}">
                <a16:creationId xmlns:a16="http://schemas.microsoft.com/office/drawing/2014/main" id="{00A62B50-C199-C271-7B38-2B760B718910}"/>
              </a:ext>
            </a:extLst>
          </p:cNvPr>
          <p:cNvSpPr txBox="1">
            <a:spLocks/>
          </p:cNvSpPr>
          <p:nvPr/>
        </p:nvSpPr>
        <p:spPr>
          <a:xfrm>
            <a:off x="2392615" y="1206131"/>
            <a:ext cx="3999900" cy="260676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4000"/>
              </a:lnSpc>
              <a:spcBef>
                <a:spcPts val="0"/>
              </a:spcBef>
              <a:spcAft>
                <a:spcPts val="0"/>
              </a:spcAft>
              <a:buClr>
                <a:srgbClr val="434343"/>
              </a:buClr>
              <a:buSzPts val="1800"/>
              <a:buFont typeface="Arial"/>
              <a:buChar char="●"/>
              <a:defRPr sz="1800" b="0" i="0" u="none" strike="noStrike" cap="none">
                <a:solidFill>
                  <a:srgbClr val="434343"/>
                </a:solidFill>
                <a:latin typeface="Arial"/>
                <a:ea typeface="Arial"/>
                <a:cs typeface="Arial"/>
                <a:sym typeface="Arial"/>
              </a:defRPr>
            </a:lvl1pPr>
            <a:lvl2pPr marL="914400" marR="0" lvl="1" indent="-317500" algn="l" rtl="0">
              <a:lnSpc>
                <a:spcPct val="114000"/>
              </a:lnSpc>
              <a:spcBef>
                <a:spcPts val="800"/>
              </a:spcBef>
              <a:spcAft>
                <a:spcPts val="0"/>
              </a:spcAft>
              <a:buClr>
                <a:srgbClr val="434343"/>
              </a:buClr>
              <a:buSzPts val="1400"/>
              <a:buFont typeface="Arial"/>
              <a:buChar char="○"/>
              <a:defRPr sz="1400" b="0" i="0" u="none" strike="noStrike" cap="none">
                <a:solidFill>
                  <a:srgbClr val="434343"/>
                </a:solidFill>
                <a:latin typeface="Arial"/>
                <a:ea typeface="Arial"/>
                <a:cs typeface="Arial"/>
                <a:sym typeface="Arial"/>
              </a:defRPr>
            </a:lvl2pPr>
            <a:lvl3pPr marL="1371600" marR="0" lvl="2" indent="-317500" algn="l" rtl="0">
              <a:lnSpc>
                <a:spcPct val="114000"/>
              </a:lnSpc>
              <a:spcBef>
                <a:spcPts val="800"/>
              </a:spcBef>
              <a:spcAft>
                <a:spcPts val="0"/>
              </a:spcAft>
              <a:buClr>
                <a:srgbClr val="434343"/>
              </a:buClr>
              <a:buSzPts val="1400"/>
              <a:buFont typeface="Arial"/>
              <a:buChar char="■"/>
              <a:defRPr sz="1400" b="0" i="0" u="none" strike="noStrike" cap="none">
                <a:solidFill>
                  <a:srgbClr val="434343"/>
                </a:solidFill>
                <a:latin typeface="Arial"/>
                <a:ea typeface="Arial"/>
                <a:cs typeface="Arial"/>
                <a:sym typeface="Arial"/>
              </a:defRPr>
            </a:lvl3pPr>
            <a:lvl4pPr marL="1828800" marR="0" lvl="3" indent="-317500" algn="l" rtl="0">
              <a:lnSpc>
                <a:spcPct val="114000"/>
              </a:lnSpc>
              <a:spcBef>
                <a:spcPts val="800"/>
              </a:spcBef>
              <a:spcAft>
                <a:spcPts val="0"/>
              </a:spcAft>
              <a:buClr>
                <a:srgbClr val="434343"/>
              </a:buClr>
              <a:buSzPts val="1400"/>
              <a:buFont typeface="Arial"/>
              <a:buChar char="●"/>
              <a:defRPr sz="1400" b="0" i="0" u="none" strike="noStrike" cap="none">
                <a:solidFill>
                  <a:srgbClr val="434343"/>
                </a:solidFill>
                <a:latin typeface="Arial"/>
                <a:ea typeface="Arial"/>
                <a:cs typeface="Arial"/>
                <a:sym typeface="Arial"/>
              </a:defRPr>
            </a:lvl4pPr>
            <a:lvl5pPr marL="2286000" marR="0" lvl="4" indent="-317500" algn="l" rtl="0">
              <a:lnSpc>
                <a:spcPct val="114000"/>
              </a:lnSpc>
              <a:spcBef>
                <a:spcPts val="800"/>
              </a:spcBef>
              <a:spcAft>
                <a:spcPts val="0"/>
              </a:spcAft>
              <a:buClr>
                <a:srgbClr val="434343"/>
              </a:buClr>
              <a:buSzPts val="1400"/>
              <a:buFont typeface="Arial"/>
              <a:buChar char="○"/>
              <a:defRPr sz="1400" b="0" i="0" u="none" strike="noStrike" cap="none">
                <a:solidFill>
                  <a:srgbClr val="434343"/>
                </a:solidFill>
                <a:latin typeface="Arial"/>
                <a:ea typeface="Arial"/>
                <a:cs typeface="Arial"/>
                <a:sym typeface="Arial"/>
              </a:defRPr>
            </a:lvl5pPr>
            <a:lvl6pPr marL="2743200" marR="0" lvl="5" indent="-317500" algn="l" rtl="0">
              <a:lnSpc>
                <a:spcPct val="114000"/>
              </a:lnSpc>
              <a:spcBef>
                <a:spcPts val="800"/>
              </a:spcBef>
              <a:spcAft>
                <a:spcPts val="0"/>
              </a:spcAft>
              <a:buClr>
                <a:srgbClr val="434343"/>
              </a:buClr>
              <a:buSzPts val="1400"/>
              <a:buFont typeface="Arial"/>
              <a:buChar char="■"/>
              <a:defRPr sz="1400" b="0" i="0" u="none" strike="noStrike" cap="none">
                <a:solidFill>
                  <a:srgbClr val="434343"/>
                </a:solidFill>
                <a:latin typeface="Arial"/>
                <a:ea typeface="Arial"/>
                <a:cs typeface="Arial"/>
                <a:sym typeface="Arial"/>
              </a:defRPr>
            </a:lvl6pPr>
            <a:lvl7pPr marL="3200400" marR="0" lvl="6" indent="-317500" algn="l" rtl="0">
              <a:lnSpc>
                <a:spcPct val="114000"/>
              </a:lnSpc>
              <a:spcBef>
                <a:spcPts val="800"/>
              </a:spcBef>
              <a:spcAft>
                <a:spcPts val="0"/>
              </a:spcAft>
              <a:buClr>
                <a:srgbClr val="434343"/>
              </a:buClr>
              <a:buSzPts val="1400"/>
              <a:buFont typeface="Arial"/>
              <a:buChar char="●"/>
              <a:defRPr sz="1400" b="0" i="0" u="none" strike="noStrike" cap="none">
                <a:solidFill>
                  <a:srgbClr val="434343"/>
                </a:solidFill>
                <a:latin typeface="Arial"/>
                <a:ea typeface="Arial"/>
                <a:cs typeface="Arial"/>
                <a:sym typeface="Arial"/>
              </a:defRPr>
            </a:lvl7pPr>
            <a:lvl8pPr marL="3657600" marR="0" lvl="7" indent="-317500" algn="l" rtl="0">
              <a:lnSpc>
                <a:spcPct val="114000"/>
              </a:lnSpc>
              <a:spcBef>
                <a:spcPts val="800"/>
              </a:spcBef>
              <a:spcAft>
                <a:spcPts val="0"/>
              </a:spcAft>
              <a:buClr>
                <a:srgbClr val="434343"/>
              </a:buClr>
              <a:buSzPts val="1400"/>
              <a:buFont typeface="Arial"/>
              <a:buChar char="○"/>
              <a:defRPr sz="1400" b="0" i="0" u="none" strike="noStrike" cap="none">
                <a:solidFill>
                  <a:srgbClr val="434343"/>
                </a:solidFill>
                <a:latin typeface="Arial"/>
                <a:ea typeface="Arial"/>
                <a:cs typeface="Arial"/>
                <a:sym typeface="Arial"/>
              </a:defRPr>
            </a:lvl8pPr>
            <a:lvl9pPr marL="4114800" marR="0" lvl="8" indent="-317500" algn="l" rtl="0">
              <a:lnSpc>
                <a:spcPct val="114000"/>
              </a:lnSpc>
              <a:spcBef>
                <a:spcPts val="800"/>
              </a:spcBef>
              <a:spcAft>
                <a:spcPts val="800"/>
              </a:spcAft>
              <a:buClr>
                <a:srgbClr val="434343"/>
              </a:buClr>
              <a:buSzPts val="1400"/>
              <a:buFont typeface="Arial"/>
              <a:buChar char="■"/>
              <a:defRPr sz="1400" b="0" i="0" u="none" strike="noStrike" cap="none">
                <a:solidFill>
                  <a:srgbClr val="434343"/>
                </a:solidFill>
                <a:latin typeface="Arial"/>
                <a:ea typeface="Arial"/>
                <a:cs typeface="Arial"/>
                <a:sym typeface="Arial"/>
              </a:defRPr>
            </a:lvl9pPr>
          </a:lstStyle>
          <a:p>
            <a:pPr marL="0" indent="0" algn="ctr">
              <a:buFont typeface="Arial"/>
              <a:buNone/>
            </a:pPr>
            <a:r>
              <a:rPr lang="en-US" u="sng"/>
              <a:t>Matthew Weber</a:t>
            </a:r>
          </a:p>
          <a:p>
            <a:pPr marL="0" indent="0" algn="ctr">
              <a:spcBef>
                <a:spcPts val="800"/>
              </a:spcBef>
              <a:spcAft>
                <a:spcPts val="800"/>
              </a:spcAft>
              <a:buFont typeface="Arial"/>
              <a:buNone/>
            </a:pPr>
            <a:r>
              <a:rPr lang="en-US" b="1"/>
              <a:t>Associate Technical Fellow @</a:t>
            </a:r>
            <a:br>
              <a:rPr lang="en-US" b="1"/>
            </a:br>
            <a:r>
              <a:rPr lang="en-US" b="1"/>
              <a:t> The Boeing Company</a:t>
            </a:r>
            <a:endParaRPr lang="en-US" dirty="0"/>
          </a:p>
        </p:txBody>
      </p:sp>
      <p:pic>
        <p:nvPicPr>
          <p:cNvPr id="3" name="Picture 2">
            <a:extLst>
              <a:ext uri="{FF2B5EF4-FFF2-40B4-BE49-F238E27FC236}">
                <a16:creationId xmlns:a16="http://schemas.microsoft.com/office/drawing/2014/main" id="{84ACF2F5-8D64-07CC-4E6C-2ACBF5FB1393}"/>
              </a:ext>
            </a:extLst>
          </p:cNvPr>
          <p:cNvPicPr>
            <a:picLocks noChangeAspect="1"/>
          </p:cNvPicPr>
          <p:nvPr/>
        </p:nvPicPr>
        <p:blipFill>
          <a:blip r:embed="rId3"/>
          <a:stretch>
            <a:fillRect/>
          </a:stretch>
        </p:blipFill>
        <p:spPr>
          <a:xfrm>
            <a:off x="3436643" y="2509514"/>
            <a:ext cx="1911843" cy="1878104"/>
          </a:xfrm>
          <a:prstGeom prst="flowChartConnector">
            <a:avLst/>
          </a:prstGeom>
        </p:spPr>
      </p:pic>
      <p:pic>
        <p:nvPicPr>
          <p:cNvPr id="4" name="Picture 3">
            <a:extLst>
              <a:ext uri="{FF2B5EF4-FFF2-40B4-BE49-F238E27FC236}">
                <a16:creationId xmlns:a16="http://schemas.microsoft.com/office/drawing/2014/main" id="{DEF467CB-70CC-DED5-7E2A-B26820D80BC9}"/>
              </a:ext>
            </a:extLst>
          </p:cNvPr>
          <p:cNvPicPr>
            <a:picLocks noChangeAspect="1"/>
          </p:cNvPicPr>
          <p:nvPr/>
        </p:nvPicPr>
        <p:blipFill>
          <a:blip r:embed="rId4"/>
          <a:stretch>
            <a:fillRect/>
          </a:stretch>
        </p:blipFill>
        <p:spPr>
          <a:xfrm>
            <a:off x="6346790" y="1436270"/>
            <a:ext cx="1135480" cy="11354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Aerospace Working Group</a:t>
            </a:r>
            <a:endParaRPr dirty="0"/>
          </a:p>
        </p:txBody>
      </p:sp>
      <p:sp>
        <p:nvSpPr>
          <p:cNvPr id="55" name="Google Shape;55;p10"/>
          <p:cNvSpPr txBox="1">
            <a:spLocks noGrp="1"/>
          </p:cNvSpPr>
          <p:nvPr>
            <p:ph type="body" idx="1"/>
          </p:nvPr>
        </p:nvSpPr>
        <p:spPr>
          <a:xfrm>
            <a:off x="311700" y="1152475"/>
            <a:ext cx="8520600" cy="3050100"/>
          </a:xfrm>
          <a:prstGeom prst="rect">
            <a:avLst/>
          </a:prstGeom>
        </p:spPr>
        <p:txBody>
          <a:bodyPr spcFirstLastPara="1" wrap="square" lIns="91425" tIns="91425" rIns="91425" bIns="91425" anchor="t" anchorCtr="0">
            <a:noAutofit/>
          </a:bodyPr>
          <a:lstStyle/>
          <a:p>
            <a:pPr marL="0" lvl="0" indent="0" algn="l" rtl="0">
              <a:spcBef>
                <a:spcPts val="0"/>
              </a:spcBef>
              <a:spcAft>
                <a:spcPts val="800"/>
              </a:spcAft>
              <a:buNone/>
            </a:pPr>
            <a:r>
              <a:rPr lang="en-US" dirty="0"/>
              <a:t>Charter:</a:t>
            </a:r>
          </a:p>
          <a:p>
            <a:pPr marL="0" lvl="0" indent="0" algn="l" rtl="0">
              <a:spcBef>
                <a:spcPts val="0"/>
              </a:spcBef>
              <a:spcAft>
                <a:spcPts val="800"/>
              </a:spcAft>
              <a:buNone/>
            </a:pPr>
            <a:r>
              <a:rPr lang="en-US" sz="1600" i="1" dirty="0"/>
              <a:t>“… shall develop use cases to inform and influence Linux architecture and related tools, work to derive technical requirements for avionics operating systems, and seek to enhance and expand avionics software lifecycle processes, practices, and tools to enable use of Linux in avionics systems that are certified to high design assurance levels.”</a:t>
            </a:r>
          </a:p>
          <a:p>
            <a:pPr marL="0" lvl="0" indent="0" algn="l" rtl="0">
              <a:spcBef>
                <a:spcPts val="0"/>
              </a:spcBef>
              <a:spcAft>
                <a:spcPts val="800"/>
              </a:spcAft>
              <a:buNone/>
            </a:pPr>
            <a:endParaRPr i="1" dirty="0"/>
          </a:p>
        </p:txBody>
      </p:sp>
      <p:pic>
        <p:nvPicPr>
          <p:cNvPr id="4" name="Picture 3">
            <a:extLst>
              <a:ext uri="{FF2B5EF4-FFF2-40B4-BE49-F238E27FC236}">
                <a16:creationId xmlns:a16="http://schemas.microsoft.com/office/drawing/2014/main" id="{9AA2C157-7889-83E8-C87B-9FDDDE8D6793}"/>
              </a:ext>
            </a:extLst>
          </p:cNvPr>
          <p:cNvPicPr>
            <a:picLocks noChangeAspect="1"/>
          </p:cNvPicPr>
          <p:nvPr/>
        </p:nvPicPr>
        <p:blipFill>
          <a:blip r:embed="rId3"/>
          <a:stretch>
            <a:fillRect/>
          </a:stretch>
        </p:blipFill>
        <p:spPr>
          <a:xfrm>
            <a:off x="7871540" y="80964"/>
            <a:ext cx="1004136" cy="1004136"/>
          </a:xfrm>
          <a:prstGeom prst="rect">
            <a:avLst/>
          </a:prstGeom>
        </p:spPr>
      </p:pic>
      <p:sp>
        <p:nvSpPr>
          <p:cNvPr id="2" name="Google Shape;82;p11">
            <a:extLst>
              <a:ext uri="{FF2B5EF4-FFF2-40B4-BE49-F238E27FC236}">
                <a16:creationId xmlns:a16="http://schemas.microsoft.com/office/drawing/2014/main" id="{AFEB0302-E09E-8852-CB90-CD6B05672A89}"/>
              </a:ext>
            </a:extLst>
          </p:cNvPr>
          <p:cNvSpPr txBox="1"/>
          <p:nvPr/>
        </p:nvSpPr>
        <p:spPr>
          <a:xfrm>
            <a:off x="3377100" y="4804800"/>
            <a:ext cx="2389800" cy="338700"/>
          </a:xfrm>
          <a:prstGeom prst="rect">
            <a:avLst/>
          </a:prstGeom>
          <a:noFill/>
          <a:ln>
            <a:noFill/>
          </a:ln>
        </p:spPr>
        <p:txBody>
          <a:bodyPr spcFirstLastPara="1" wrap="square" lIns="91425" tIns="91425" rIns="91425" bIns="91425" anchor="t" anchorCtr="0">
            <a:spAutoFit/>
          </a:bodyPr>
          <a:lstStyle/>
          <a:p>
            <a:pPr marL="0" lvl="0" indent="0" algn="l" rtl="0">
              <a:lnSpc>
                <a:spcPct val="114000"/>
              </a:lnSpc>
              <a:spcBef>
                <a:spcPts val="0"/>
              </a:spcBef>
              <a:spcAft>
                <a:spcPts val="800"/>
              </a:spcAft>
              <a:buNone/>
            </a:pPr>
            <a:r>
              <a:rPr lang="en" sz="1000" i="1" dirty="0">
                <a:solidFill>
                  <a:srgbClr val="B7B7B7"/>
                </a:solidFill>
              </a:rPr>
              <a:t>Work in Progress - License: CC-BY-4.0</a:t>
            </a:r>
            <a:endParaRPr sz="600" dirty="0">
              <a:solidFill>
                <a:srgbClr val="B7B7B7"/>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0"/>
          <p:cNvSpPr txBox="1">
            <a:spLocks noGrp="1"/>
          </p:cNvSpPr>
          <p:nvPr>
            <p:ph type="title"/>
          </p:nvPr>
        </p:nvSpPr>
        <p:spPr>
          <a:xfrm>
            <a:off x="311700" y="334537"/>
            <a:ext cx="8520600" cy="68318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Agenda</a:t>
            </a:r>
            <a:endParaRPr dirty="0"/>
          </a:p>
        </p:txBody>
      </p:sp>
      <p:sp>
        <p:nvSpPr>
          <p:cNvPr id="55" name="Google Shape;55;p10"/>
          <p:cNvSpPr txBox="1">
            <a:spLocks noGrp="1"/>
          </p:cNvSpPr>
          <p:nvPr>
            <p:ph type="body" idx="1"/>
          </p:nvPr>
        </p:nvSpPr>
        <p:spPr>
          <a:xfrm>
            <a:off x="311700" y="1152474"/>
            <a:ext cx="8520600" cy="2686709"/>
          </a:xfrm>
          <a:prstGeom prst="rect">
            <a:avLst/>
          </a:prstGeom>
        </p:spPr>
        <p:txBody>
          <a:bodyPr spcFirstLastPara="1" wrap="square" lIns="91425" tIns="91425" rIns="91425" bIns="91425" anchor="t" anchorCtr="0">
            <a:noAutofit/>
          </a:bodyPr>
          <a:lstStyle/>
          <a:p>
            <a:pPr marL="285750" indent="-285750">
              <a:spcAft>
                <a:spcPts val="800"/>
              </a:spcAft>
            </a:pPr>
            <a:r>
              <a:rPr lang="en-US" dirty="0"/>
              <a:t>Aircraft Development Cycle</a:t>
            </a:r>
          </a:p>
          <a:p>
            <a:pPr marL="285750" indent="-285750">
              <a:spcAft>
                <a:spcPts val="800"/>
              </a:spcAft>
            </a:pPr>
            <a:r>
              <a:rPr lang="en-US" dirty="0"/>
              <a:t>DO-178C Safety Levels</a:t>
            </a:r>
          </a:p>
          <a:p>
            <a:pPr marL="285750" indent="-285750">
              <a:spcAft>
                <a:spcPts val="800"/>
              </a:spcAft>
            </a:pPr>
            <a:r>
              <a:rPr lang="en-US" dirty="0"/>
              <a:t>Safety Levels vs. Certification Artifacts</a:t>
            </a:r>
          </a:p>
          <a:p>
            <a:pPr marL="285750" indent="-285750">
              <a:spcAft>
                <a:spcPts val="800"/>
              </a:spcAft>
            </a:pPr>
            <a:r>
              <a:rPr lang="en-US" dirty="0"/>
              <a:t>A Comparison with Other Hazard Level Standards</a:t>
            </a:r>
          </a:p>
          <a:p>
            <a:pPr marL="285750" indent="-285750">
              <a:spcAft>
                <a:spcPts val="800"/>
              </a:spcAft>
            </a:pPr>
            <a:r>
              <a:rPr lang="en-US" dirty="0"/>
              <a:t>Use cases</a:t>
            </a:r>
          </a:p>
          <a:p>
            <a:pPr marL="285750" indent="-285750">
              <a:spcAft>
                <a:spcPts val="800"/>
              </a:spcAft>
            </a:pPr>
            <a:r>
              <a:rPr lang="en-US" dirty="0"/>
              <a:t>Demo</a:t>
            </a:r>
          </a:p>
          <a:p>
            <a:pPr marL="285750" indent="-285750">
              <a:spcAft>
                <a:spcPts val="800"/>
              </a:spcAft>
            </a:pPr>
            <a:endParaRPr lang="en-US" dirty="0"/>
          </a:p>
          <a:p>
            <a:pPr marL="0" indent="0">
              <a:spcAft>
                <a:spcPts val="800"/>
              </a:spcAft>
              <a:buNone/>
            </a:pPr>
            <a:endParaRPr lang="en-US" dirty="0"/>
          </a:p>
          <a:p>
            <a:pPr marL="0" lvl="0" indent="0" algn="l" rtl="0">
              <a:spcBef>
                <a:spcPts val="0"/>
              </a:spcBef>
              <a:spcAft>
                <a:spcPts val="800"/>
              </a:spcAft>
              <a:buNone/>
            </a:pPr>
            <a:endParaRPr dirty="0"/>
          </a:p>
        </p:txBody>
      </p:sp>
      <p:sp>
        <p:nvSpPr>
          <p:cNvPr id="2" name="Google Shape;82;p11">
            <a:extLst>
              <a:ext uri="{FF2B5EF4-FFF2-40B4-BE49-F238E27FC236}">
                <a16:creationId xmlns:a16="http://schemas.microsoft.com/office/drawing/2014/main" id="{E3AE7230-F787-ADB5-74A4-6BBEA803E2D6}"/>
              </a:ext>
            </a:extLst>
          </p:cNvPr>
          <p:cNvSpPr txBox="1"/>
          <p:nvPr/>
        </p:nvSpPr>
        <p:spPr>
          <a:xfrm>
            <a:off x="3377100" y="4804800"/>
            <a:ext cx="2389800" cy="338700"/>
          </a:xfrm>
          <a:prstGeom prst="rect">
            <a:avLst/>
          </a:prstGeom>
          <a:noFill/>
          <a:ln>
            <a:noFill/>
          </a:ln>
        </p:spPr>
        <p:txBody>
          <a:bodyPr spcFirstLastPara="1" wrap="square" lIns="91425" tIns="91425" rIns="91425" bIns="91425" anchor="t" anchorCtr="0">
            <a:spAutoFit/>
          </a:bodyPr>
          <a:lstStyle/>
          <a:p>
            <a:pPr marL="0" lvl="0" indent="0" algn="l" rtl="0">
              <a:lnSpc>
                <a:spcPct val="114000"/>
              </a:lnSpc>
              <a:spcBef>
                <a:spcPts val="0"/>
              </a:spcBef>
              <a:spcAft>
                <a:spcPts val="800"/>
              </a:spcAft>
              <a:buNone/>
            </a:pPr>
            <a:r>
              <a:rPr lang="en" sz="1000" i="1" dirty="0">
                <a:solidFill>
                  <a:srgbClr val="B7B7B7"/>
                </a:solidFill>
              </a:rPr>
              <a:t>Work in Progress - License: CC-BY-4.0</a:t>
            </a:r>
            <a:endParaRPr sz="600" dirty="0">
              <a:solidFill>
                <a:srgbClr val="B7B7B7"/>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FDBE38D3-3B3B-1DFD-A607-ABDD14ACEBAD}"/>
            </a:ext>
          </a:extLst>
        </p:cNvPr>
        <p:cNvGrpSpPr/>
        <p:nvPr/>
      </p:nvGrpSpPr>
      <p:grpSpPr>
        <a:xfrm>
          <a:off x="0" y="0"/>
          <a:ext cx="0" cy="0"/>
          <a:chOff x="0" y="0"/>
          <a:chExt cx="0" cy="0"/>
        </a:xfrm>
      </p:grpSpPr>
      <p:sp>
        <p:nvSpPr>
          <p:cNvPr id="54" name="Google Shape;54;p10">
            <a:extLst>
              <a:ext uri="{FF2B5EF4-FFF2-40B4-BE49-F238E27FC236}">
                <a16:creationId xmlns:a16="http://schemas.microsoft.com/office/drawing/2014/main" id="{4263EEF3-D2A6-12A6-D5B5-CBC9E8DC660A}"/>
              </a:ext>
            </a:extLst>
          </p:cNvPr>
          <p:cNvSpPr txBox="1">
            <a:spLocks noGrp="1"/>
          </p:cNvSpPr>
          <p:nvPr>
            <p:ph type="title"/>
          </p:nvPr>
        </p:nvSpPr>
        <p:spPr>
          <a:xfrm>
            <a:off x="311700" y="93167"/>
            <a:ext cx="8520600" cy="924558"/>
          </a:xfrm>
          <a:prstGeom prst="rect">
            <a:avLst/>
          </a:prstGeom>
        </p:spPr>
        <p:txBody>
          <a:bodyPr spcFirstLastPara="1" wrap="square" lIns="91425" tIns="91425" rIns="91425" bIns="91425" anchor="t" anchorCtr="0">
            <a:noAutofit/>
          </a:bodyPr>
          <a:lstStyle/>
          <a:p>
            <a:r>
              <a:rPr lang="en-US" dirty="0"/>
              <a:t>Aircraft Development Cycle</a:t>
            </a:r>
            <a:br>
              <a:rPr lang="en-US" dirty="0"/>
            </a:br>
            <a:br>
              <a:rPr lang="en-US" dirty="0"/>
            </a:br>
            <a:endParaRPr dirty="0"/>
          </a:p>
        </p:txBody>
      </p:sp>
      <p:pic>
        <p:nvPicPr>
          <p:cNvPr id="3" name="Picture 2">
            <a:extLst>
              <a:ext uri="{FF2B5EF4-FFF2-40B4-BE49-F238E27FC236}">
                <a16:creationId xmlns:a16="http://schemas.microsoft.com/office/drawing/2014/main" id="{F8AAD104-BAB5-B50B-CC6A-172A68AB1513}"/>
              </a:ext>
            </a:extLst>
          </p:cNvPr>
          <p:cNvPicPr>
            <a:picLocks noChangeAspect="1"/>
          </p:cNvPicPr>
          <p:nvPr/>
        </p:nvPicPr>
        <p:blipFill>
          <a:blip r:embed="rId3"/>
          <a:stretch>
            <a:fillRect/>
          </a:stretch>
        </p:blipFill>
        <p:spPr>
          <a:xfrm>
            <a:off x="2216205" y="727404"/>
            <a:ext cx="5299456" cy="4030487"/>
          </a:xfrm>
          <a:prstGeom prst="rect">
            <a:avLst/>
          </a:prstGeom>
        </p:spPr>
      </p:pic>
      <p:sp>
        <p:nvSpPr>
          <p:cNvPr id="7" name="TextBox 6">
            <a:extLst>
              <a:ext uri="{FF2B5EF4-FFF2-40B4-BE49-F238E27FC236}">
                <a16:creationId xmlns:a16="http://schemas.microsoft.com/office/drawing/2014/main" id="{A9DC7927-FACD-DB58-B096-A4397B4D89BD}"/>
              </a:ext>
            </a:extLst>
          </p:cNvPr>
          <p:cNvSpPr txBox="1"/>
          <p:nvPr/>
        </p:nvSpPr>
        <p:spPr>
          <a:xfrm>
            <a:off x="5353947" y="-16730"/>
            <a:ext cx="4935728" cy="276999"/>
          </a:xfrm>
          <a:prstGeom prst="rect">
            <a:avLst/>
          </a:prstGeom>
          <a:noFill/>
        </p:spPr>
        <p:txBody>
          <a:bodyPr wrap="square">
            <a:spAutoFit/>
          </a:bodyPr>
          <a:lstStyle/>
          <a:p>
            <a:r>
              <a:rPr lang="en-US" sz="600" dirty="0">
                <a:hlinkClick r:id="rId4"/>
              </a:rPr>
              <a:t>https://upload.wikimedia.org/wikipedia/commons/4/4f/DO-178B_Process_Visual_Summary_Rev_A.pdf</a:t>
            </a:r>
            <a:endParaRPr lang="en-US" sz="600" dirty="0"/>
          </a:p>
          <a:p>
            <a:r>
              <a:rPr lang="en-US" sz="600" dirty="0">
                <a:hlinkClick r:id="rId5"/>
              </a:rPr>
              <a:t>ELISA: Debating Linux in Aerospace: Objectives and Paths Forward</a:t>
            </a:r>
            <a:endParaRPr lang="en-US" sz="600" dirty="0"/>
          </a:p>
        </p:txBody>
      </p:sp>
      <p:sp>
        <p:nvSpPr>
          <p:cNvPr id="14" name="TextBox 13">
            <a:extLst>
              <a:ext uri="{FF2B5EF4-FFF2-40B4-BE49-F238E27FC236}">
                <a16:creationId xmlns:a16="http://schemas.microsoft.com/office/drawing/2014/main" id="{34F29821-4948-3BFE-B9D0-B86ECF35A28D}"/>
              </a:ext>
            </a:extLst>
          </p:cNvPr>
          <p:cNvSpPr txBox="1"/>
          <p:nvPr/>
        </p:nvSpPr>
        <p:spPr>
          <a:xfrm>
            <a:off x="6724899" y="460762"/>
            <a:ext cx="2364828" cy="1384995"/>
          </a:xfrm>
          <a:prstGeom prst="rect">
            <a:avLst/>
          </a:prstGeom>
          <a:noFill/>
        </p:spPr>
        <p:txBody>
          <a:bodyPr wrap="square">
            <a:spAutoFit/>
          </a:bodyPr>
          <a:lstStyle/>
          <a:p>
            <a:r>
              <a:rPr lang="en-US" sz="1050" i="1" dirty="0"/>
              <a:t>Aerospace Recommended Practice (ARP) - Guidelines for Development of Civil Aircraft and Systems</a:t>
            </a:r>
          </a:p>
          <a:p>
            <a:pPr marL="171450" indent="-171450">
              <a:buFontTx/>
              <a:buChar char="-"/>
            </a:pPr>
            <a:r>
              <a:rPr lang="en-US" sz="1050" i="1" dirty="0"/>
              <a:t>Functional Safety</a:t>
            </a:r>
          </a:p>
          <a:p>
            <a:pPr marL="171450" indent="-171450">
              <a:buFontTx/>
              <a:buChar char="-"/>
            </a:pPr>
            <a:r>
              <a:rPr lang="en-US" sz="1050" i="1" dirty="0"/>
              <a:t>Design assurance processes</a:t>
            </a:r>
          </a:p>
          <a:p>
            <a:pPr marL="171450" indent="-171450">
              <a:buFontTx/>
              <a:buChar char="-"/>
            </a:pPr>
            <a:r>
              <a:rPr lang="en-US" sz="1050" i="1" dirty="0"/>
              <a:t>Assigns DAL to mitigate failure conditions and hazard severity</a:t>
            </a:r>
          </a:p>
          <a:p>
            <a:pPr marL="171450" indent="-171450">
              <a:buFontTx/>
              <a:buChar char="-"/>
            </a:pPr>
            <a:endParaRPr lang="en-US" sz="1050" i="1" dirty="0"/>
          </a:p>
        </p:txBody>
      </p:sp>
      <p:sp>
        <p:nvSpPr>
          <p:cNvPr id="20" name="Right Brace 19">
            <a:extLst>
              <a:ext uri="{FF2B5EF4-FFF2-40B4-BE49-F238E27FC236}">
                <a16:creationId xmlns:a16="http://schemas.microsoft.com/office/drawing/2014/main" id="{6BAA32A8-2AFA-80AF-3032-4ED018EAC5EA}"/>
              </a:ext>
            </a:extLst>
          </p:cNvPr>
          <p:cNvSpPr/>
          <p:nvPr/>
        </p:nvSpPr>
        <p:spPr>
          <a:xfrm rot="10800000">
            <a:off x="6492688" y="461384"/>
            <a:ext cx="341664" cy="1161975"/>
          </a:xfrm>
          <a:prstGeom prst="rightBrace">
            <a:avLst>
              <a:gd name="adj1" fmla="val 36019"/>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Right Brace 20">
            <a:extLst>
              <a:ext uri="{FF2B5EF4-FFF2-40B4-BE49-F238E27FC236}">
                <a16:creationId xmlns:a16="http://schemas.microsoft.com/office/drawing/2014/main" id="{A2E0F583-6697-F856-028B-06F36CDA4665}"/>
              </a:ext>
            </a:extLst>
          </p:cNvPr>
          <p:cNvSpPr/>
          <p:nvPr/>
        </p:nvSpPr>
        <p:spPr>
          <a:xfrm rot="10800000">
            <a:off x="2216206" y="1845757"/>
            <a:ext cx="342201" cy="61702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TextBox 21">
            <a:extLst>
              <a:ext uri="{FF2B5EF4-FFF2-40B4-BE49-F238E27FC236}">
                <a16:creationId xmlns:a16="http://schemas.microsoft.com/office/drawing/2014/main" id="{60DDB6A6-D786-7349-66B6-0F251C89EFE3}"/>
              </a:ext>
            </a:extLst>
          </p:cNvPr>
          <p:cNvSpPr txBox="1"/>
          <p:nvPr/>
        </p:nvSpPr>
        <p:spPr>
          <a:xfrm>
            <a:off x="109129" y="2027309"/>
            <a:ext cx="2364828" cy="253916"/>
          </a:xfrm>
          <a:prstGeom prst="rect">
            <a:avLst/>
          </a:prstGeom>
          <a:noFill/>
        </p:spPr>
        <p:txBody>
          <a:bodyPr wrap="square">
            <a:spAutoFit/>
          </a:bodyPr>
          <a:lstStyle/>
          <a:p>
            <a:r>
              <a:rPr lang="en-US" sz="1050" i="1" dirty="0"/>
              <a:t>Design Assurance Level (DAL)</a:t>
            </a:r>
          </a:p>
        </p:txBody>
      </p:sp>
      <p:sp>
        <p:nvSpPr>
          <p:cNvPr id="23" name="Right Brace 22">
            <a:extLst>
              <a:ext uri="{FF2B5EF4-FFF2-40B4-BE49-F238E27FC236}">
                <a16:creationId xmlns:a16="http://schemas.microsoft.com/office/drawing/2014/main" id="{D685D849-CDE5-E203-8978-50B6441EE231}"/>
              </a:ext>
            </a:extLst>
          </p:cNvPr>
          <p:cNvSpPr/>
          <p:nvPr/>
        </p:nvSpPr>
        <p:spPr>
          <a:xfrm rot="10800000">
            <a:off x="2231189" y="3582472"/>
            <a:ext cx="342201" cy="61702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4" name="TextBox 23">
            <a:extLst>
              <a:ext uri="{FF2B5EF4-FFF2-40B4-BE49-F238E27FC236}">
                <a16:creationId xmlns:a16="http://schemas.microsoft.com/office/drawing/2014/main" id="{ECAEB37F-D75C-78C7-FEC2-D7665F905AD6}"/>
              </a:ext>
            </a:extLst>
          </p:cNvPr>
          <p:cNvSpPr txBox="1"/>
          <p:nvPr/>
        </p:nvSpPr>
        <p:spPr>
          <a:xfrm>
            <a:off x="671991" y="3762683"/>
            <a:ext cx="2364828" cy="253916"/>
          </a:xfrm>
          <a:prstGeom prst="rect">
            <a:avLst/>
          </a:prstGeom>
          <a:noFill/>
        </p:spPr>
        <p:txBody>
          <a:bodyPr wrap="square">
            <a:spAutoFit/>
          </a:bodyPr>
          <a:lstStyle/>
          <a:p>
            <a:r>
              <a:rPr lang="en-US" sz="1050" i="1" dirty="0"/>
              <a:t>Software Level (SWL)</a:t>
            </a:r>
          </a:p>
        </p:txBody>
      </p:sp>
      <p:sp>
        <p:nvSpPr>
          <p:cNvPr id="25" name="Arrow: Down 24">
            <a:extLst>
              <a:ext uri="{FF2B5EF4-FFF2-40B4-BE49-F238E27FC236}">
                <a16:creationId xmlns:a16="http://schemas.microsoft.com/office/drawing/2014/main" id="{2D8269D5-D1C2-33C6-0BD7-9740B4F1ECCF}"/>
              </a:ext>
            </a:extLst>
          </p:cNvPr>
          <p:cNvSpPr/>
          <p:nvPr/>
        </p:nvSpPr>
        <p:spPr>
          <a:xfrm>
            <a:off x="1056250" y="2403471"/>
            <a:ext cx="102476" cy="113638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6A3C60EA-F54D-AAD8-0776-E973EDA9C5F3}"/>
              </a:ext>
            </a:extLst>
          </p:cNvPr>
          <p:cNvSpPr txBox="1"/>
          <p:nvPr/>
        </p:nvSpPr>
        <p:spPr>
          <a:xfrm>
            <a:off x="6695955" y="2350444"/>
            <a:ext cx="2517043" cy="2195473"/>
          </a:xfrm>
          <a:prstGeom prst="rect">
            <a:avLst/>
          </a:prstGeom>
          <a:noFill/>
        </p:spPr>
        <p:txBody>
          <a:bodyPr wrap="square">
            <a:spAutoFit/>
          </a:bodyPr>
          <a:lstStyle/>
          <a:p>
            <a:pPr marL="285750" indent="-285750">
              <a:spcAft>
                <a:spcPts val="800"/>
              </a:spcAft>
            </a:pPr>
            <a:r>
              <a:rPr lang="en-US" sz="1000" dirty="0"/>
              <a:t>(DO-178C Sec. 2.3) “only partitioned (</a:t>
            </a:r>
            <a:r>
              <a:rPr lang="en-US" sz="1000" dirty="0" err="1"/>
              <a:t>time&amp;space</a:t>
            </a:r>
            <a:r>
              <a:rPr lang="en-US" sz="1000" dirty="0"/>
              <a:t>) software components can be assigned individual SWL by the system safety assessment process.“</a:t>
            </a:r>
          </a:p>
          <a:p>
            <a:pPr marL="285750" indent="-285750">
              <a:spcAft>
                <a:spcPts val="800"/>
              </a:spcAft>
            </a:pPr>
            <a:r>
              <a:rPr lang="en-US" sz="1000" dirty="0"/>
              <a:t>(DO-178C Sec. 2.4) “if partitioning and independence between software components cannot be demonstrated, all components are assigned the SWL associated with the </a:t>
            </a:r>
            <a:r>
              <a:rPr lang="en-US" sz="1000" b="1" u="sng" dirty="0"/>
              <a:t>most severe failure condition</a:t>
            </a:r>
            <a:r>
              <a:rPr lang="en-US" sz="1000" dirty="0"/>
              <a:t> to which the software can contribute”.</a:t>
            </a:r>
          </a:p>
        </p:txBody>
      </p:sp>
      <p:sp>
        <p:nvSpPr>
          <p:cNvPr id="29" name="Right Brace 28">
            <a:extLst>
              <a:ext uri="{FF2B5EF4-FFF2-40B4-BE49-F238E27FC236}">
                <a16:creationId xmlns:a16="http://schemas.microsoft.com/office/drawing/2014/main" id="{F072C038-6706-1EBC-4619-1071A3D05A55}"/>
              </a:ext>
            </a:extLst>
          </p:cNvPr>
          <p:cNvSpPr/>
          <p:nvPr/>
        </p:nvSpPr>
        <p:spPr>
          <a:xfrm rot="10800000">
            <a:off x="6557854" y="2346260"/>
            <a:ext cx="276498" cy="1934077"/>
          </a:xfrm>
          <a:prstGeom prst="rightBrace">
            <a:avLst>
              <a:gd name="adj1" fmla="val 63689"/>
              <a:gd name="adj2" fmla="val 42257"/>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31" name="Straight Connector 30">
            <a:extLst>
              <a:ext uri="{FF2B5EF4-FFF2-40B4-BE49-F238E27FC236}">
                <a16:creationId xmlns:a16="http://schemas.microsoft.com/office/drawing/2014/main" id="{8930C854-DA7A-D021-1B7E-E7E92B2C93F9}"/>
              </a:ext>
            </a:extLst>
          </p:cNvPr>
          <p:cNvCxnSpPr>
            <a:stCxn id="29" idx="1"/>
          </p:cNvCxnSpPr>
          <p:nvPr/>
        </p:nvCxnSpPr>
        <p:spPr>
          <a:xfrm flipH="1">
            <a:off x="5871091" y="3463054"/>
            <a:ext cx="686763" cy="46256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AB17FE40-5AE8-8B80-7234-54058B3DB6FF}"/>
              </a:ext>
            </a:extLst>
          </p:cNvPr>
          <p:cNvCxnSpPr>
            <a:cxnSpLocks/>
            <a:stCxn id="20" idx="1"/>
          </p:cNvCxnSpPr>
          <p:nvPr/>
        </p:nvCxnSpPr>
        <p:spPr>
          <a:xfrm flipH="1">
            <a:off x="5943601" y="1042371"/>
            <a:ext cx="549087" cy="580988"/>
          </a:xfrm>
          <a:prstGeom prst="line">
            <a:avLst/>
          </a:prstGeom>
        </p:spPr>
        <p:style>
          <a:lnRef idx="1">
            <a:schemeClr val="accent1"/>
          </a:lnRef>
          <a:fillRef idx="0">
            <a:schemeClr val="accent1"/>
          </a:fillRef>
          <a:effectRef idx="0">
            <a:schemeClr val="accent1"/>
          </a:effectRef>
          <a:fontRef idx="minor">
            <a:schemeClr val="tx1"/>
          </a:fontRef>
        </p:style>
      </p:cxnSp>
      <p:pic>
        <p:nvPicPr>
          <p:cNvPr id="39" name="Picture 38">
            <a:extLst>
              <a:ext uri="{FF2B5EF4-FFF2-40B4-BE49-F238E27FC236}">
                <a16:creationId xmlns:a16="http://schemas.microsoft.com/office/drawing/2014/main" id="{C30E0E80-4C5E-CB4E-0E3D-5896D7A12290}"/>
              </a:ext>
            </a:extLst>
          </p:cNvPr>
          <p:cNvPicPr>
            <a:picLocks noChangeAspect="1"/>
          </p:cNvPicPr>
          <p:nvPr/>
        </p:nvPicPr>
        <p:blipFill>
          <a:blip r:embed="rId6"/>
          <a:stretch>
            <a:fillRect/>
          </a:stretch>
        </p:blipFill>
        <p:spPr>
          <a:xfrm>
            <a:off x="8338955" y="4653305"/>
            <a:ext cx="448877" cy="448877"/>
          </a:xfrm>
          <a:prstGeom prst="rect">
            <a:avLst/>
          </a:prstGeom>
        </p:spPr>
      </p:pic>
    </p:spTree>
    <p:extLst>
      <p:ext uri="{BB962C8B-B14F-4D97-AF65-F5344CB8AC3E}">
        <p14:creationId xmlns:p14="http://schemas.microsoft.com/office/powerpoint/2010/main" val="21683625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9256C51A-43F2-2FD6-836C-77DA20A948BA}"/>
            </a:ext>
          </a:extLst>
        </p:cNvPr>
        <p:cNvGrpSpPr/>
        <p:nvPr/>
      </p:nvGrpSpPr>
      <p:grpSpPr>
        <a:xfrm>
          <a:off x="0" y="0"/>
          <a:ext cx="0" cy="0"/>
          <a:chOff x="0" y="0"/>
          <a:chExt cx="0" cy="0"/>
        </a:xfrm>
      </p:grpSpPr>
      <p:sp>
        <p:nvSpPr>
          <p:cNvPr id="54" name="Google Shape;54;p10">
            <a:extLst>
              <a:ext uri="{FF2B5EF4-FFF2-40B4-BE49-F238E27FC236}">
                <a16:creationId xmlns:a16="http://schemas.microsoft.com/office/drawing/2014/main" id="{A697A7F2-03CC-2F0A-3BE0-4AE5E281196A}"/>
              </a:ext>
            </a:extLst>
          </p:cNvPr>
          <p:cNvSpPr txBox="1">
            <a:spLocks noGrp="1"/>
          </p:cNvSpPr>
          <p:nvPr>
            <p:ph type="title"/>
          </p:nvPr>
        </p:nvSpPr>
        <p:spPr>
          <a:xfrm>
            <a:off x="311700" y="312234"/>
            <a:ext cx="8520600" cy="705491"/>
          </a:xfrm>
          <a:prstGeom prst="rect">
            <a:avLst/>
          </a:prstGeom>
        </p:spPr>
        <p:txBody>
          <a:bodyPr spcFirstLastPara="1" wrap="square" lIns="91425" tIns="91425" rIns="91425" bIns="91425" anchor="t" anchorCtr="0">
            <a:noAutofit/>
          </a:bodyPr>
          <a:lstStyle/>
          <a:p>
            <a:r>
              <a:rPr lang="en-US" dirty="0"/>
              <a:t>DO-178C Safety Levels</a:t>
            </a:r>
            <a:br>
              <a:rPr lang="en-US" dirty="0"/>
            </a:br>
            <a:endParaRPr dirty="0"/>
          </a:p>
        </p:txBody>
      </p:sp>
      <p:sp>
        <p:nvSpPr>
          <p:cNvPr id="55" name="Google Shape;55;p10">
            <a:extLst>
              <a:ext uri="{FF2B5EF4-FFF2-40B4-BE49-F238E27FC236}">
                <a16:creationId xmlns:a16="http://schemas.microsoft.com/office/drawing/2014/main" id="{1D78B457-B8FB-805B-4EC2-452F35E7C8FE}"/>
              </a:ext>
            </a:extLst>
          </p:cNvPr>
          <p:cNvSpPr txBox="1">
            <a:spLocks noGrp="1"/>
          </p:cNvSpPr>
          <p:nvPr>
            <p:ph type="body" idx="1"/>
          </p:nvPr>
        </p:nvSpPr>
        <p:spPr>
          <a:xfrm>
            <a:off x="311700" y="1017725"/>
            <a:ext cx="8520600" cy="1031157"/>
          </a:xfrm>
          <a:prstGeom prst="rect">
            <a:avLst/>
          </a:prstGeom>
        </p:spPr>
        <p:txBody>
          <a:bodyPr spcFirstLastPara="1" wrap="square" lIns="91425" tIns="91425" rIns="91425" bIns="91425" anchor="t" anchorCtr="0">
            <a:noAutofit/>
          </a:bodyPr>
          <a:lstStyle/>
          <a:p>
            <a:pPr marL="0" indent="0">
              <a:spcAft>
                <a:spcPts val="800"/>
              </a:spcAft>
              <a:buNone/>
            </a:pPr>
            <a:r>
              <a:rPr lang="en-US" sz="1400" dirty="0"/>
              <a:t>“Software Considerations in Airborne Systems and Equipment Certification.” is published by RTCA (Radio Technical Commission for Aeronautics) - DO-178C provides guidance for ensuring the safety, reliability, and airworthiness of software used in commercial and military aircraft.</a:t>
            </a:r>
          </a:p>
        </p:txBody>
      </p:sp>
      <p:graphicFrame>
        <p:nvGraphicFramePr>
          <p:cNvPr id="2" name="Table 1">
            <a:extLst>
              <a:ext uri="{FF2B5EF4-FFF2-40B4-BE49-F238E27FC236}">
                <a16:creationId xmlns:a16="http://schemas.microsoft.com/office/drawing/2014/main" id="{46028B30-7E60-3C0A-29EA-42F1BB3389EB}"/>
              </a:ext>
            </a:extLst>
          </p:cNvPr>
          <p:cNvGraphicFramePr>
            <a:graphicFrameLocks noGrp="1"/>
          </p:cNvGraphicFramePr>
          <p:nvPr>
            <p:extLst>
              <p:ext uri="{D42A27DB-BD31-4B8C-83A1-F6EECF244321}">
                <p14:modId xmlns:p14="http://schemas.microsoft.com/office/powerpoint/2010/main" val="936867666"/>
              </p:ext>
            </p:extLst>
          </p:nvPr>
        </p:nvGraphicFramePr>
        <p:xfrm>
          <a:off x="245060" y="1944805"/>
          <a:ext cx="8653880" cy="2506336"/>
        </p:xfrm>
        <a:graphic>
          <a:graphicData uri="http://schemas.openxmlformats.org/drawingml/2006/table">
            <a:tbl>
              <a:tblPr firstRow="1" bandRow="1">
                <a:tableStyleId>{5C22544A-7EE6-4342-B048-85BDC9FD1C3A}</a:tableStyleId>
              </a:tblPr>
              <a:tblGrid>
                <a:gridCol w="639871">
                  <a:extLst>
                    <a:ext uri="{9D8B030D-6E8A-4147-A177-3AD203B41FA5}">
                      <a16:colId xmlns:a16="http://schemas.microsoft.com/office/drawing/2014/main" val="3832399082"/>
                    </a:ext>
                  </a:extLst>
                </a:gridCol>
                <a:gridCol w="1784195">
                  <a:extLst>
                    <a:ext uri="{9D8B030D-6E8A-4147-A177-3AD203B41FA5}">
                      <a16:colId xmlns:a16="http://schemas.microsoft.com/office/drawing/2014/main" val="3798540297"/>
                    </a:ext>
                  </a:extLst>
                </a:gridCol>
                <a:gridCol w="3664767">
                  <a:extLst>
                    <a:ext uri="{9D8B030D-6E8A-4147-A177-3AD203B41FA5}">
                      <a16:colId xmlns:a16="http://schemas.microsoft.com/office/drawing/2014/main" val="1339397661"/>
                    </a:ext>
                  </a:extLst>
                </a:gridCol>
                <a:gridCol w="2565047">
                  <a:extLst>
                    <a:ext uri="{9D8B030D-6E8A-4147-A177-3AD203B41FA5}">
                      <a16:colId xmlns:a16="http://schemas.microsoft.com/office/drawing/2014/main" val="1477765075"/>
                    </a:ext>
                  </a:extLst>
                </a:gridCol>
              </a:tblGrid>
              <a:tr h="306544">
                <a:tc>
                  <a:txBody>
                    <a:bodyPr/>
                    <a:lstStyle/>
                    <a:p>
                      <a:r>
                        <a:rPr lang="en-US" dirty="0"/>
                        <a:t>Level</a:t>
                      </a:r>
                    </a:p>
                  </a:txBody>
                  <a:tcPr/>
                </a:tc>
                <a:tc>
                  <a:txBody>
                    <a:bodyPr/>
                    <a:lstStyle/>
                    <a:p>
                      <a:r>
                        <a:rPr lang="en-US" dirty="0"/>
                        <a:t>Severity</a:t>
                      </a:r>
                    </a:p>
                  </a:txBody>
                  <a:tcPr/>
                </a:tc>
                <a:tc>
                  <a:txBody>
                    <a:bodyPr/>
                    <a:lstStyle/>
                    <a:p>
                      <a:r>
                        <a:rPr lang="en-US" dirty="0"/>
                        <a:t>Example Impact</a:t>
                      </a:r>
                    </a:p>
                  </a:txBody>
                  <a:tcPr/>
                </a:tc>
                <a:tc>
                  <a:txBody>
                    <a:bodyPr/>
                    <a:lstStyle/>
                    <a:p>
                      <a:r>
                        <a:rPr lang="en-US" dirty="0"/>
                        <a:t>Example system</a:t>
                      </a:r>
                    </a:p>
                  </a:txBody>
                  <a:tcPr/>
                </a:tc>
                <a:extLst>
                  <a:ext uri="{0D108BD9-81ED-4DB2-BD59-A6C34878D82A}">
                    <a16:rowId xmlns:a16="http://schemas.microsoft.com/office/drawing/2014/main" val="2056729142"/>
                  </a:ext>
                </a:extLst>
              </a:tr>
              <a:tr h="554678">
                <a:tc>
                  <a:txBody>
                    <a:bodyPr/>
                    <a:lstStyle/>
                    <a:p>
                      <a:pPr algn="ctr"/>
                      <a:r>
                        <a:rPr lang="en-US" sz="1200" dirty="0"/>
                        <a:t>A</a:t>
                      </a:r>
                    </a:p>
                  </a:txBody>
                  <a:tcPr/>
                </a:tc>
                <a:tc>
                  <a:txBody>
                    <a:bodyPr/>
                    <a:lstStyle/>
                    <a:p>
                      <a:r>
                        <a:rPr lang="en-US" sz="1200" dirty="0"/>
                        <a:t>Catastrophic Failure</a:t>
                      </a:r>
                    </a:p>
                  </a:txBody>
                  <a:tcPr/>
                </a:tc>
                <a:tc>
                  <a:txBody>
                    <a:bodyPr/>
                    <a:lstStyle/>
                    <a:p>
                      <a:r>
                        <a:rPr lang="en-US" sz="1200" dirty="0"/>
                        <a:t>Multiple fatalities, loss of aircraft, irrecoverable</a:t>
                      </a:r>
                    </a:p>
                  </a:txBody>
                  <a:tcPr/>
                </a:tc>
                <a:tc>
                  <a:txBody>
                    <a:bodyPr/>
                    <a:lstStyle/>
                    <a:p>
                      <a:r>
                        <a:rPr lang="en-US" sz="1200" dirty="0"/>
                        <a:t>Flight control system, Terrain Awareness Warning System (TAWS)</a:t>
                      </a:r>
                    </a:p>
                  </a:txBody>
                  <a:tcPr/>
                </a:tc>
                <a:extLst>
                  <a:ext uri="{0D108BD9-81ED-4DB2-BD59-A6C34878D82A}">
                    <a16:rowId xmlns:a16="http://schemas.microsoft.com/office/drawing/2014/main" val="2918005155"/>
                  </a:ext>
                </a:extLst>
              </a:tr>
              <a:tr h="554678">
                <a:tc>
                  <a:txBody>
                    <a:bodyPr/>
                    <a:lstStyle/>
                    <a:p>
                      <a:pPr algn="ctr"/>
                      <a:r>
                        <a:rPr lang="en-US" sz="1200" dirty="0"/>
                        <a:t>B</a:t>
                      </a:r>
                    </a:p>
                  </a:txBody>
                  <a:tcPr/>
                </a:tc>
                <a:tc>
                  <a:txBody>
                    <a:bodyPr/>
                    <a:lstStyle/>
                    <a:p>
                      <a:r>
                        <a:rPr lang="en-US" sz="1200" dirty="0"/>
                        <a:t>Hazardous/Severe Failure</a:t>
                      </a:r>
                    </a:p>
                  </a:txBody>
                  <a:tcPr/>
                </a:tc>
                <a:tc>
                  <a:txBody>
                    <a:bodyPr/>
                    <a:lstStyle/>
                    <a:p>
                      <a:r>
                        <a:rPr lang="en-US" sz="1200" dirty="0"/>
                        <a:t>Large impact, severe injuries, a fatality</a:t>
                      </a:r>
                    </a:p>
                  </a:txBody>
                  <a:tcPr/>
                </a:tc>
                <a:tc>
                  <a:txBody>
                    <a:bodyPr/>
                    <a:lstStyle/>
                    <a:p>
                      <a:r>
                        <a:rPr lang="en-US" sz="1200" dirty="0"/>
                        <a:t>Legacy Flight Management System(FMS), Engine-Indicating and Crew-Alerting System</a:t>
                      </a:r>
                    </a:p>
                  </a:txBody>
                  <a:tcPr/>
                </a:tc>
                <a:extLst>
                  <a:ext uri="{0D108BD9-81ED-4DB2-BD59-A6C34878D82A}">
                    <a16:rowId xmlns:a16="http://schemas.microsoft.com/office/drawing/2014/main" val="4072451582"/>
                  </a:ext>
                </a:extLst>
              </a:tr>
              <a:tr h="306544">
                <a:tc>
                  <a:txBody>
                    <a:bodyPr/>
                    <a:lstStyle/>
                    <a:p>
                      <a:pPr algn="ctr"/>
                      <a:r>
                        <a:rPr lang="en-US" sz="1200" dirty="0"/>
                        <a:t>C</a:t>
                      </a:r>
                    </a:p>
                  </a:txBody>
                  <a:tcPr/>
                </a:tc>
                <a:tc>
                  <a:txBody>
                    <a:bodyPr/>
                    <a:lstStyle/>
                    <a:p>
                      <a:r>
                        <a:rPr lang="en-US" sz="1200" dirty="0"/>
                        <a:t>Major Failure</a:t>
                      </a:r>
                    </a:p>
                  </a:txBody>
                  <a:tcPr/>
                </a:tc>
                <a:tc>
                  <a:txBody>
                    <a:bodyPr/>
                    <a:lstStyle/>
                    <a:p>
                      <a:r>
                        <a:rPr lang="en-US" sz="1200" dirty="0"/>
                        <a:t>Discomfort, minor injuries, increased crew workload</a:t>
                      </a:r>
                    </a:p>
                  </a:txBody>
                  <a:tcPr/>
                </a:tc>
                <a:tc>
                  <a:txBody>
                    <a:bodyPr/>
                    <a:lstStyle/>
                    <a:p>
                      <a:r>
                        <a:rPr lang="en-US" sz="1200" dirty="0"/>
                        <a:t>Datalinks, Fuel monitoring</a:t>
                      </a:r>
                    </a:p>
                  </a:txBody>
                  <a:tcPr/>
                </a:tc>
                <a:extLst>
                  <a:ext uri="{0D108BD9-81ED-4DB2-BD59-A6C34878D82A}">
                    <a16:rowId xmlns:a16="http://schemas.microsoft.com/office/drawing/2014/main" val="4025213768"/>
                  </a:ext>
                </a:extLst>
              </a:tr>
              <a:tr h="306544">
                <a:tc>
                  <a:txBody>
                    <a:bodyPr/>
                    <a:lstStyle/>
                    <a:p>
                      <a:pPr algn="ctr"/>
                      <a:r>
                        <a:rPr lang="en-US" sz="1200" dirty="0"/>
                        <a:t>D</a:t>
                      </a:r>
                    </a:p>
                  </a:txBody>
                  <a:tcPr/>
                </a:tc>
                <a:tc>
                  <a:txBody>
                    <a:bodyPr/>
                    <a:lstStyle/>
                    <a:p>
                      <a:r>
                        <a:rPr lang="en-US" sz="1200" dirty="0"/>
                        <a:t>Minor Failure</a:t>
                      </a:r>
                    </a:p>
                  </a:txBody>
                  <a:tcPr/>
                </a:tc>
                <a:tc>
                  <a:txBody>
                    <a:bodyPr/>
                    <a:lstStyle/>
                    <a:p>
                      <a:r>
                        <a:rPr lang="en-US" sz="1200" dirty="0"/>
                        <a:t>Inconvenience</a:t>
                      </a:r>
                    </a:p>
                  </a:txBody>
                  <a:tcPr/>
                </a:tc>
                <a:tc>
                  <a:txBody>
                    <a:bodyPr/>
                    <a:lstStyle/>
                    <a:p>
                      <a:r>
                        <a:rPr lang="en-US" sz="1200" dirty="0"/>
                        <a:t>Maintenance, Cabin Lighting, </a:t>
                      </a:r>
                      <a:r>
                        <a:rPr lang="en-US" sz="1200" dirty="0" err="1"/>
                        <a:t>WiFI</a:t>
                      </a:r>
                      <a:endParaRPr lang="en-US" sz="1200" dirty="0"/>
                    </a:p>
                  </a:txBody>
                  <a:tcPr/>
                </a:tc>
                <a:extLst>
                  <a:ext uri="{0D108BD9-81ED-4DB2-BD59-A6C34878D82A}">
                    <a16:rowId xmlns:a16="http://schemas.microsoft.com/office/drawing/2014/main" val="3490736216"/>
                  </a:ext>
                </a:extLst>
              </a:tr>
              <a:tr h="306544">
                <a:tc>
                  <a:txBody>
                    <a:bodyPr/>
                    <a:lstStyle/>
                    <a:p>
                      <a:pPr algn="ctr"/>
                      <a:r>
                        <a:rPr lang="en-US" sz="1200" dirty="0"/>
                        <a:t>E</a:t>
                      </a:r>
                    </a:p>
                  </a:txBody>
                  <a:tcPr/>
                </a:tc>
                <a:tc>
                  <a:txBody>
                    <a:bodyPr/>
                    <a:lstStyle/>
                    <a:p>
                      <a:r>
                        <a:rPr lang="en-US" sz="1200" dirty="0"/>
                        <a:t>No Safety Effect</a:t>
                      </a:r>
                    </a:p>
                  </a:txBody>
                  <a:tcPr/>
                </a:tc>
                <a:tc>
                  <a:txBody>
                    <a:bodyPr/>
                    <a:lstStyle/>
                    <a:p>
                      <a:r>
                        <a:rPr lang="en-US" sz="1200" dirty="0"/>
                        <a:t>No impact to airplane operation or comfort</a:t>
                      </a:r>
                    </a:p>
                  </a:txBody>
                  <a:tcPr/>
                </a:tc>
                <a:tc>
                  <a:txBody>
                    <a:bodyPr/>
                    <a:lstStyle/>
                    <a:p>
                      <a:r>
                        <a:rPr lang="en-US" sz="1200" dirty="0"/>
                        <a:t>Cargo, Entertainment</a:t>
                      </a:r>
                    </a:p>
                  </a:txBody>
                  <a:tcPr/>
                </a:tc>
                <a:extLst>
                  <a:ext uri="{0D108BD9-81ED-4DB2-BD59-A6C34878D82A}">
                    <a16:rowId xmlns:a16="http://schemas.microsoft.com/office/drawing/2014/main" val="169440892"/>
                  </a:ext>
                </a:extLst>
              </a:tr>
            </a:tbl>
          </a:graphicData>
        </a:graphic>
      </p:graphicFrame>
      <p:sp>
        <p:nvSpPr>
          <p:cNvPr id="4" name="TextBox 3">
            <a:extLst>
              <a:ext uri="{FF2B5EF4-FFF2-40B4-BE49-F238E27FC236}">
                <a16:creationId xmlns:a16="http://schemas.microsoft.com/office/drawing/2014/main" id="{75C02B57-2979-0151-85D1-F2B074085A44}"/>
              </a:ext>
            </a:extLst>
          </p:cNvPr>
          <p:cNvSpPr txBox="1"/>
          <p:nvPr/>
        </p:nvSpPr>
        <p:spPr>
          <a:xfrm>
            <a:off x="5834039" y="4831266"/>
            <a:ext cx="5728010" cy="369332"/>
          </a:xfrm>
          <a:prstGeom prst="rect">
            <a:avLst/>
          </a:prstGeom>
          <a:noFill/>
        </p:spPr>
        <p:txBody>
          <a:bodyPr wrap="square">
            <a:spAutoFit/>
          </a:bodyPr>
          <a:lstStyle/>
          <a:p>
            <a:pPr marL="0" lvl="0" indent="0" algn="l" rtl="0">
              <a:spcBef>
                <a:spcPts val="0"/>
              </a:spcBef>
              <a:spcAft>
                <a:spcPts val="0"/>
              </a:spcAft>
              <a:buNone/>
            </a:pPr>
            <a:r>
              <a:rPr lang="en-US" sz="600" dirty="0">
                <a:hlinkClick r:id="rId3"/>
              </a:rPr>
              <a:t>https://real-time-consulting.com/wp-content/uploads/2025/03/Understanding-DO178C.pdf</a:t>
            </a:r>
            <a:endParaRPr lang="en-US" sz="600" dirty="0"/>
          </a:p>
          <a:p>
            <a:pPr marL="0" lvl="0" indent="0" algn="l" rtl="0">
              <a:spcBef>
                <a:spcPts val="0"/>
              </a:spcBef>
              <a:spcAft>
                <a:spcPts val="0"/>
              </a:spcAft>
              <a:buNone/>
            </a:pPr>
            <a:r>
              <a:rPr lang="en-US" sz="600" dirty="0">
                <a:hlinkClick r:id="rId4"/>
              </a:rPr>
              <a:t>https://thecloudstrap.com/design-assurance-level-dal-in-do-178c/</a:t>
            </a:r>
            <a:endParaRPr lang="en-US" sz="600" dirty="0"/>
          </a:p>
          <a:p>
            <a:pPr marL="0" lvl="0" indent="0" algn="l" rtl="0">
              <a:spcBef>
                <a:spcPts val="0"/>
              </a:spcBef>
              <a:spcAft>
                <a:spcPts val="0"/>
              </a:spcAft>
              <a:buNone/>
            </a:pPr>
            <a:endParaRPr lang="en-US" sz="600" dirty="0"/>
          </a:p>
        </p:txBody>
      </p:sp>
      <p:sp>
        <p:nvSpPr>
          <p:cNvPr id="5" name="Arrow: Down 4">
            <a:extLst>
              <a:ext uri="{FF2B5EF4-FFF2-40B4-BE49-F238E27FC236}">
                <a16:creationId xmlns:a16="http://schemas.microsoft.com/office/drawing/2014/main" id="{299B2421-8E01-2ED9-ACC0-7774485B7B8B}"/>
              </a:ext>
            </a:extLst>
          </p:cNvPr>
          <p:cNvSpPr/>
          <p:nvPr/>
        </p:nvSpPr>
        <p:spPr>
          <a:xfrm rot="10800000">
            <a:off x="2451537" y="2391496"/>
            <a:ext cx="181303" cy="193613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579356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B638BF99-A060-58EB-73F1-15AB83395769}"/>
            </a:ext>
          </a:extLst>
        </p:cNvPr>
        <p:cNvGrpSpPr/>
        <p:nvPr/>
      </p:nvGrpSpPr>
      <p:grpSpPr>
        <a:xfrm>
          <a:off x="0" y="0"/>
          <a:ext cx="0" cy="0"/>
          <a:chOff x="0" y="0"/>
          <a:chExt cx="0" cy="0"/>
        </a:xfrm>
      </p:grpSpPr>
      <p:sp>
        <p:nvSpPr>
          <p:cNvPr id="54" name="Google Shape;54;p10">
            <a:extLst>
              <a:ext uri="{FF2B5EF4-FFF2-40B4-BE49-F238E27FC236}">
                <a16:creationId xmlns:a16="http://schemas.microsoft.com/office/drawing/2014/main" id="{990DF9C9-3D3B-AD03-6DF4-E0F48D823F9B}"/>
              </a:ext>
            </a:extLst>
          </p:cNvPr>
          <p:cNvSpPr txBox="1">
            <a:spLocks noGrp="1"/>
          </p:cNvSpPr>
          <p:nvPr>
            <p:ph type="title"/>
          </p:nvPr>
        </p:nvSpPr>
        <p:spPr>
          <a:xfrm>
            <a:off x="311700" y="295158"/>
            <a:ext cx="8520600" cy="722567"/>
          </a:xfrm>
          <a:prstGeom prst="rect">
            <a:avLst/>
          </a:prstGeom>
        </p:spPr>
        <p:txBody>
          <a:bodyPr spcFirstLastPara="1" wrap="square" lIns="91425" tIns="91425" rIns="91425" bIns="91425" anchor="t" anchorCtr="0">
            <a:noAutofit/>
          </a:bodyPr>
          <a:lstStyle/>
          <a:p>
            <a:r>
              <a:rPr lang="en-US" dirty="0"/>
              <a:t>Safety Levels vs. Certification Artifact</a:t>
            </a:r>
            <a:br>
              <a:rPr lang="en-US" dirty="0"/>
            </a:br>
            <a:endParaRPr dirty="0"/>
          </a:p>
        </p:txBody>
      </p:sp>
      <p:pic>
        <p:nvPicPr>
          <p:cNvPr id="1026" name="Picture 2" descr="undefined">
            <a:extLst>
              <a:ext uri="{FF2B5EF4-FFF2-40B4-BE49-F238E27FC236}">
                <a16:creationId xmlns:a16="http://schemas.microsoft.com/office/drawing/2014/main" id="{609DE068-3245-43FE-B619-775BFBA04B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3464" y="1017725"/>
            <a:ext cx="3465559" cy="369477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DE245C4-1B26-84F2-B98E-ACF31E49A002}"/>
              </a:ext>
            </a:extLst>
          </p:cNvPr>
          <p:cNvSpPr txBox="1"/>
          <p:nvPr/>
        </p:nvSpPr>
        <p:spPr>
          <a:xfrm>
            <a:off x="1520550" y="5143500"/>
            <a:ext cx="3371386" cy="523220"/>
          </a:xfrm>
          <a:prstGeom prst="rect">
            <a:avLst/>
          </a:prstGeom>
          <a:noFill/>
        </p:spPr>
        <p:txBody>
          <a:bodyPr wrap="square">
            <a:spAutoFit/>
          </a:bodyPr>
          <a:lstStyle/>
          <a:p>
            <a:r>
              <a:rPr lang="en-US" sz="700" dirty="0"/>
              <a:t>By Steven H. </a:t>
            </a:r>
            <a:r>
              <a:rPr lang="en-US" sz="700" dirty="0" err="1"/>
              <a:t>VanderLeest</a:t>
            </a:r>
            <a:r>
              <a:rPr lang="en-US" sz="700" dirty="0"/>
              <a:t> - Own work, CC BY-SA 3.0, </a:t>
            </a:r>
            <a:r>
              <a:rPr lang="en-US" sz="700" dirty="0">
                <a:hlinkClick r:id="rId4"/>
              </a:rPr>
              <a:t>https://commons.wikimedia.org/w/index.php?curid=27610716</a:t>
            </a:r>
            <a:endParaRPr lang="en-US" sz="700" dirty="0"/>
          </a:p>
          <a:p>
            <a:endParaRPr lang="en-US" dirty="0"/>
          </a:p>
        </p:txBody>
      </p:sp>
      <p:sp>
        <p:nvSpPr>
          <p:cNvPr id="8" name="Arrow: Right 7">
            <a:extLst>
              <a:ext uri="{FF2B5EF4-FFF2-40B4-BE49-F238E27FC236}">
                <a16:creationId xmlns:a16="http://schemas.microsoft.com/office/drawing/2014/main" id="{FDDFB8C9-3670-0F38-DA4A-5BD91E87AC64}"/>
              </a:ext>
            </a:extLst>
          </p:cNvPr>
          <p:cNvSpPr/>
          <p:nvPr/>
        </p:nvSpPr>
        <p:spPr>
          <a:xfrm>
            <a:off x="1152293" y="3949814"/>
            <a:ext cx="455376" cy="25276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Google Shape;55;p10">
            <a:extLst>
              <a:ext uri="{FF2B5EF4-FFF2-40B4-BE49-F238E27FC236}">
                <a16:creationId xmlns:a16="http://schemas.microsoft.com/office/drawing/2014/main" id="{FFDF2E7F-8B7B-142E-64CD-8E2AB7D2312C}"/>
              </a:ext>
            </a:extLst>
          </p:cNvPr>
          <p:cNvSpPr txBox="1">
            <a:spLocks noGrp="1"/>
          </p:cNvSpPr>
          <p:nvPr>
            <p:ph type="body" idx="1"/>
          </p:nvPr>
        </p:nvSpPr>
        <p:spPr>
          <a:xfrm>
            <a:off x="5545871" y="1211767"/>
            <a:ext cx="3459898" cy="1129990"/>
          </a:xfrm>
          <a:prstGeom prst="rect">
            <a:avLst/>
          </a:prstGeom>
        </p:spPr>
        <p:txBody>
          <a:bodyPr spcFirstLastPara="1" wrap="square" lIns="91425" tIns="91425" rIns="91425" bIns="91425" anchor="t" anchorCtr="0">
            <a:noAutofit/>
          </a:bodyPr>
          <a:lstStyle/>
          <a:p>
            <a:pPr marL="0" indent="0">
              <a:spcAft>
                <a:spcPts val="800"/>
              </a:spcAft>
              <a:buNone/>
            </a:pPr>
            <a:r>
              <a:rPr lang="en-US" sz="1400" b="1" dirty="0"/>
              <a:t>Example</a:t>
            </a:r>
            <a:r>
              <a:rPr lang="en-US" sz="1400" dirty="0"/>
              <a:t>: DO-178C Annex A</a:t>
            </a:r>
          </a:p>
          <a:p>
            <a:pPr marL="0" indent="0">
              <a:spcAft>
                <a:spcPts val="800"/>
              </a:spcAft>
              <a:buNone/>
            </a:pPr>
            <a:r>
              <a:rPr lang="en-US" sz="1400" dirty="0"/>
              <a:t>The Annex outlines process objectives, activities and outputs by software level</a:t>
            </a:r>
          </a:p>
        </p:txBody>
      </p:sp>
      <p:sp>
        <p:nvSpPr>
          <p:cNvPr id="12" name="Left Brace 11">
            <a:extLst>
              <a:ext uri="{FF2B5EF4-FFF2-40B4-BE49-F238E27FC236}">
                <a16:creationId xmlns:a16="http://schemas.microsoft.com/office/drawing/2014/main" id="{447AEA7F-DBBA-1270-2C21-D46A415F7223}"/>
              </a:ext>
            </a:extLst>
          </p:cNvPr>
          <p:cNvSpPr/>
          <p:nvPr/>
        </p:nvSpPr>
        <p:spPr>
          <a:xfrm>
            <a:off x="817005" y="1367882"/>
            <a:ext cx="386576" cy="308517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TextBox 12">
            <a:extLst>
              <a:ext uri="{FF2B5EF4-FFF2-40B4-BE49-F238E27FC236}">
                <a16:creationId xmlns:a16="http://schemas.microsoft.com/office/drawing/2014/main" id="{0DF0B71A-1282-24CF-9606-58B59E32D1ED}"/>
              </a:ext>
            </a:extLst>
          </p:cNvPr>
          <p:cNvSpPr txBox="1"/>
          <p:nvPr/>
        </p:nvSpPr>
        <p:spPr>
          <a:xfrm>
            <a:off x="43854" y="2648858"/>
            <a:ext cx="966439" cy="738664"/>
          </a:xfrm>
          <a:prstGeom prst="rect">
            <a:avLst/>
          </a:prstGeom>
          <a:noFill/>
        </p:spPr>
        <p:txBody>
          <a:bodyPr wrap="square" rtlCol="0">
            <a:spAutoFit/>
          </a:bodyPr>
          <a:lstStyle/>
          <a:p>
            <a:r>
              <a:rPr lang="en-US" b="1" dirty="0"/>
              <a:t>Example</a:t>
            </a:r>
            <a:r>
              <a:rPr lang="en-US" dirty="0"/>
              <a:t>: Artifact Trace</a:t>
            </a:r>
          </a:p>
        </p:txBody>
      </p:sp>
      <p:sp>
        <p:nvSpPr>
          <p:cNvPr id="15" name="TextBox 14">
            <a:extLst>
              <a:ext uri="{FF2B5EF4-FFF2-40B4-BE49-F238E27FC236}">
                <a16:creationId xmlns:a16="http://schemas.microsoft.com/office/drawing/2014/main" id="{5014CB44-40BE-1008-54C4-A3FFB8853B6F}"/>
              </a:ext>
            </a:extLst>
          </p:cNvPr>
          <p:cNvSpPr txBox="1"/>
          <p:nvPr/>
        </p:nvSpPr>
        <p:spPr>
          <a:xfrm>
            <a:off x="5976410" y="4690288"/>
            <a:ext cx="2922906" cy="553998"/>
          </a:xfrm>
          <a:prstGeom prst="rect">
            <a:avLst/>
          </a:prstGeom>
          <a:noFill/>
        </p:spPr>
        <p:txBody>
          <a:bodyPr wrap="square">
            <a:spAutoFit/>
          </a:bodyPr>
          <a:lstStyle/>
          <a:p>
            <a:r>
              <a:rPr lang="en-US" sz="800" dirty="0"/>
              <a:t>Table example - </a:t>
            </a:r>
            <a:r>
              <a:rPr lang="en-US" sz="800" dirty="0">
                <a:hlinkClick r:id="rId5"/>
              </a:rPr>
              <a:t>https://www.parasoft.com/learning-center/do-178c/what-is/</a:t>
            </a:r>
            <a:endParaRPr lang="en-US" sz="800" dirty="0"/>
          </a:p>
          <a:p>
            <a:endParaRPr lang="en-US" dirty="0"/>
          </a:p>
        </p:txBody>
      </p:sp>
      <p:pic>
        <p:nvPicPr>
          <p:cNvPr id="17" name="Picture 16">
            <a:extLst>
              <a:ext uri="{FF2B5EF4-FFF2-40B4-BE49-F238E27FC236}">
                <a16:creationId xmlns:a16="http://schemas.microsoft.com/office/drawing/2014/main" id="{7C970923-663F-9BB0-371C-BDA5E25219C2}"/>
              </a:ext>
            </a:extLst>
          </p:cNvPr>
          <p:cNvPicPr>
            <a:picLocks noChangeAspect="1"/>
          </p:cNvPicPr>
          <p:nvPr/>
        </p:nvPicPr>
        <p:blipFill>
          <a:blip r:embed="rId6"/>
          <a:stretch>
            <a:fillRect/>
          </a:stretch>
        </p:blipFill>
        <p:spPr>
          <a:xfrm>
            <a:off x="5617732" y="2789554"/>
            <a:ext cx="3214567" cy="1043417"/>
          </a:xfrm>
          <a:prstGeom prst="flowChartDocument">
            <a:avLst/>
          </a:prstGeom>
        </p:spPr>
      </p:pic>
      <p:sp>
        <p:nvSpPr>
          <p:cNvPr id="18" name="Left Brace 17">
            <a:extLst>
              <a:ext uri="{FF2B5EF4-FFF2-40B4-BE49-F238E27FC236}">
                <a16:creationId xmlns:a16="http://schemas.microsoft.com/office/drawing/2014/main" id="{A8B41FC9-4415-B456-91C0-1E9178CE76B1}"/>
              </a:ext>
            </a:extLst>
          </p:cNvPr>
          <p:cNvSpPr/>
          <p:nvPr/>
        </p:nvSpPr>
        <p:spPr>
          <a:xfrm rot="5400000">
            <a:off x="6959950" y="859931"/>
            <a:ext cx="458271" cy="3286426"/>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6E0E8350-4D15-1329-C5DD-AD507AC94001}"/>
              </a:ext>
            </a:extLst>
          </p:cNvPr>
          <p:cNvCxnSpPr>
            <a:cxnSpLocks/>
          </p:cNvCxnSpPr>
          <p:nvPr/>
        </p:nvCxnSpPr>
        <p:spPr>
          <a:xfrm>
            <a:off x="5066174" y="1070610"/>
            <a:ext cx="0" cy="3694771"/>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pic>
        <p:nvPicPr>
          <p:cNvPr id="23" name="Picture 22">
            <a:extLst>
              <a:ext uri="{FF2B5EF4-FFF2-40B4-BE49-F238E27FC236}">
                <a16:creationId xmlns:a16="http://schemas.microsoft.com/office/drawing/2014/main" id="{5677F862-B1BB-C852-72DA-F9B6213B7D71}"/>
              </a:ext>
            </a:extLst>
          </p:cNvPr>
          <p:cNvPicPr>
            <a:picLocks noChangeAspect="1"/>
          </p:cNvPicPr>
          <p:nvPr/>
        </p:nvPicPr>
        <p:blipFill>
          <a:blip r:embed="rId7"/>
          <a:stretch>
            <a:fillRect/>
          </a:stretch>
        </p:blipFill>
        <p:spPr>
          <a:xfrm>
            <a:off x="8104500" y="378078"/>
            <a:ext cx="589100" cy="589100"/>
          </a:xfrm>
          <a:prstGeom prst="rect">
            <a:avLst/>
          </a:prstGeom>
        </p:spPr>
      </p:pic>
      <p:sp>
        <p:nvSpPr>
          <p:cNvPr id="26" name="TextBox 25">
            <a:extLst>
              <a:ext uri="{FF2B5EF4-FFF2-40B4-BE49-F238E27FC236}">
                <a16:creationId xmlns:a16="http://schemas.microsoft.com/office/drawing/2014/main" id="{7D85BEE4-2D09-5D33-AB21-B19A339ADC60}"/>
              </a:ext>
            </a:extLst>
          </p:cNvPr>
          <p:cNvSpPr txBox="1"/>
          <p:nvPr/>
        </p:nvSpPr>
        <p:spPr>
          <a:xfrm>
            <a:off x="7838485" y="76287"/>
            <a:ext cx="1305515" cy="369332"/>
          </a:xfrm>
          <a:prstGeom prst="rect">
            <a:avLst/>
          </a:prstGeom>
          <a:noFill/>
        </p:spPr>
        <p:txBody>
          <a:bodyPr wrap="square" rtlCol="0">
            <a:spAutoFit/>
          </a:bodyPr>
          <a:lstStyle/>
          <a:p>
            <a:r>
              <a:rPr lang="en-US" sz="900" dirty="0"/>
              <a:t>ELISA Seminar talk with more detail</a:t>
            </a:r>
          </a:p>
        </p:txBody>
      </p:sp>
      <p:pic>
        <p:nvPicPr>
          <p:cNvPr id="3" name="Picture 2">
            <a:extLst>
              <a:ext uri="{FF2B5EF4-FFF2-40B4-BE49-F238E27FC236}">
                <a16:creationId xmlns:a16="http://schemas.microsoft.com/office/drawing/2014/main" id="{637060E9-D952-5A26-6D4D-1DE53FA77755}"/>
              </a:ext>
            </a:extLst>
          </p:cNvPr>
          <p:cNvPicPr>
            <a:picLocks noChangeAspect="1"/>
          </p:cNvPicPr>
          <p:nvPr/>
        </p:nvPicPr>
        <p:blipFill>
          <a:blip r:embed="rId8"/>
          <a:stretch>
            <a:fillRect/>
          </a:stretch>
        </p:blipFill>
        <p:spPr>
          <a:xfrm>
            <a:off x="3979143" y="4017774"/>
            <a:ext cx="455376" cy="455376"/>
          </a:xfrm>
          <a:prstGeom prst="rect">
            <a:avLst/>
          </a:prstGeom>
        </p:spPr>
      </p:pic>
      <p:sp>
        <p:nvSpPr>
          <p:cNvPr id="10" name="TextBox 9">
            <a:extLst>
              <a:ext uri="{FF2B5EF4-FFF2-40B4-BE49-F238E27FC236}">
                <a16:creationId xmlns:a16="http://schemas.microsoft.com/office/drawing/2014/main" id="{662797FE-4DBC-5618-2A5B-CD107BDA0C63}"/>
              </a:ext>
            </a:extLst>
          </p:cNvPr>
          <p:cNvSpPr txBox="1"/>
          <p:nvPr/>
        </p:nvSpPr>
        <p:spPr>
          <a:xfrm>
            <a:off x="3807423" y="4442430"/>
            <a:ext cx="1075130" cy="246221"/>
          </a:xfrm>
          <a:prstGeom prst="rect">
            <a:avLst/>
          </a:prstGeom>
          <a:noFill/>
        </p:spPr>
        <p:txBody>
          <a:bodyPr wrap="square">
            <a:spAutoFit/>
          </a:bodyPr>
          <a:lstStyle/>
          <a:p>
            <a:r>
              <a:rPr lang="en-US" sz="500" dirty="0"/>
              <a:t>By Steven H. </a:t>
            </a:r>
            <a:r>
              <a:rPr lang="en-US" sz="500" dirty="0" err="1"/>
              <a:t>VanderLeest</a:t>
            </a:r>
            <a:r>
              <a:rPr lang="en-US" sz="500" dirty="0"/>
              <a:t> - Own work, CC BY-SA 3.0, </a:t>
            </a:r>
            <a:endParaRPr lang="en-US" sz="1050" dirty="0"/>
          </a:p>
        </p:txBody>
      </p:sp>
    </p:spTree>
    <p:extLst>
      <p:ext uri="{BB962C8B-B14F-4D97-AF65-F5344CB8AC3E}">
        <p14:creationId xmlns:p14="http://schemas.microsoft.com/office/powerpoint/2010/main" val="17264982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FC6E751F-AD83-CA80-F218-BEF951147EE9}"/>
            </a:ext>
          </a:extLst>
        </p:cNvPr>
        <p:cNvGrpSpPr/>
        <p:nvPr/>
      </p:nvGrpSpPr>
      <p:grpSpPr>
        <a:xfrm>
          <a:off x="0" y="0"/>
          <a:ext cx="0" cy="0"/>
          <a:chOff x="0" y="0"/>
          <a:chExt cx="0" cy="0"/>
        </a:xfrm>
      </p:grpSpPr>
      <p:sp>
        <p:nvSpPr>
          <p:cNvPr id="54" name="Google Shape;54;p10">
            <a:extLst>
              <a:ext uri="{FF2B5EF4-FFF2-40B4-BE49-F238E27FC236}">
                <a16:creationId xmlns:a16="http://schemas.microsoft.com/office/drawing/2014/main" id="{03A4769A-EF45-44A9-41AC-9928116C417F}"/>
              </a:ext>
            </a:extLst>
          </p:cNvPr>
          <p:cNvSpPr txBox="1">
            <a:spLocks noGrp="1"/>
          </p:cNvSpPr>
          <p:nvPr>
            <p:ph type="title"/>
          </p:nvPr>
        </p:nvSpPr>
        <p:spPr>
          <a:xfrm>
            <a:off x="311700" y="103928"/>
            <a:ext cx="8520600" cy="913797"/>
          </a:xfrm>
          <a:prstGeom prst="rect">
            <a:avLst/>
          </a:prstGeom>
        </p:spPr>
        <p:txBody>
          <a:bodyPr spcFirstLastPara="1" wrap="square" lIns="91425" tIns="91425" rIns="91425" bIns="91425" anchor="t" anchorCtr="0">
            <a:noAutofit/>
          </a:bodyPr>
          <a:lstStyle/>
          <a:p>
            <a:r>
              <a:rPr lang="en-US" dirty="0"/>
              <a:t>A Comparison with Other Hazard Level Standards</a:t>
            </a:r>
            <a:br>
              <a:rPr lang="en-US" dirty="0"/>
            </a:br>
            <a:endParaRPr dirty="0"/>
          </a:p>
        </p:txBody>
      </p:sp>
      <p:pic>
        <p:nvPicPr>
          <p:cNvPr id="7" name="Picture 6">
            <a:extLst>
              <a:ext uri="{FF2B5EF4-FFF2-40B4-BE49-F238E27FC236}">
                <a16:creationId xmlns:a16="http://schemas.microsoft.com/office/drawing/2014/main" id="{4E0D3E28-DE32-7C4D-9277-D68F338B9123}"/>
              </a:ext>
            </a:extLst>
          </p:cNvPr>
          <p:cNvPicPr>
            <a:picLocks noChangeAspect="1"/>
          </p:cNvPicPr>
          <p:nvPr/>
        </p:nvPicPr>
        <p:blipFill>
          <a:blip r:embed="rId3"/>
          <a:stretch>
            <a:fillRect/>
          </a:stretch>
        </p:blipFill>
        <p:spPr>
          <a:xfrm>
            <a:off x="653337" y="689623"/>
            <a:ext cx="7837325" cy="3327166"/>
          </a:xfrm>
          <a:prstGeom prst="rect">
            <a:avLst/>
          </a:prstGeom>
        </p:spPr>
      </p:pic>
      <p:sp>
        <p:nvSpPr>
          <p:cNvPr id="9" name="TextBox 8">
            <a:extLst>
              <a:ext uri="{FF2B5EF4-FFF2-40B4-BE49-F238E27FC236}">
                <a16:creationId xmlns:a16="http://schemas.microsoft.com/office/drawing/2014/main" id="{1F6C9E53-A0A3-9C72-8F4B-B24715739BB3}"/>
              </a:ext>
            </a:extLst>
          </p:cNvPr>
          <p:cNvSpPr txBox="1"/>
          <p:nvPr/>
        </p:nvSpPr>
        <p:spPr>
          <a:xfrm>
            <a:off x="3033112" y="4443640"/>
            <a:ext cx="5713142" cy="461665"/>
          </a:xfrm>
          <a:prstGeom prst="rect">
            <a:avLst/>
          </a:prstGeom>
          <a:noFill/>
        </p:spPr>
        <p:txBody>
          <a:bodyPr wrap="square">
            <a:spAutoFit/>
          </a:bodyPr>
          <a:lstStyle/>
          <a:p>
            <a:r>
              <a:rPr lang="en-US" sz="600" dirty="0">
                <a:hlinkClick r:id="rId4"/>
              </a:rPr>
              <a:t>[1] https://www.rapitasystems.com/blog/whats-difference-between-sil-and-dal-how-does-it-affect-my-code-coverage</a:t>
            </a:r>
            <a:endParaRPr lang="en-US" sz="600" dirty="0"/>
          </a:p>
          <a:p>
            <a:r>
              <a:rPr lang="en-US" sz="600" dirty="0">
                <a:hlinkClick r:id="rId5"/>
              </a:rPr>
              <a:t>[2] https://en.wikipedia.org/wiki/Automotive_Safety_Integrity_Level#Comparison_with_Other_Hazard_Level_Standards</a:t>
            </a:r>
            <a:endParaRPr lang="en-US" sz="600" dirty="0"/>
          </a:p>
          <a:p>
            <a:r>
              <a:rPr lang="en-US" sz="600" dirty="0">
                <a:hlinkClick r:id="rId6"/>
              </a:rPr>
              <a:t>[3] https://www.rapitasystems.com/do178c-testing</a:t>
            </a:r>
            <a:r>
              <a:rPr lang="en-US" sz="600" dirty="0"/>
              <a:t>  (DO-178C Failure Rate)</a:t>
            </a:r>
          </a:p>
          <a:p>
            <a:r>
              <a:rPr lang="en-US" sz="600" dirty="0">
                <a:hlinkClick r:id="rId7"/>
              </a:rPr>
              <a:t>[4] https://en.wikipedia.org/wiki/IEC_61508#Probabilistic_analysis</a:t>
            </a:r>
            <a:r>
              <a:rPr lang="en-US" sz="600" dirty="0"/>
              <a:t> (SIL Failure Rate)</a:t>
            </a:r>
          </a:p>
        </p:txBody>
      </p:sp>
      <p:sp>
        <p:nvSpPr>
          <p:cNvPr id="11" name="TextBox 10">
            <a:extLst>
              <a:ext uri="{FF2B5EF4-FFF2-40B4-BE49-F238E27FC236}">
                <a16:creationId xmlns:a16="http://schemas.microsoft.com/office/drawing/2014/main" id="{7433AF54-12C3-BC9F-6FA7-959D1D5B40BA}"/>
              </a:ext>
            </a:extLst>
          </p:cNvPr>
          <p:cNvSpPr txBox="1"/>
          <p:nvPr/>
        </p:nvSpPr>
        <p:spPr>
          <a:xfrm>
            <a:off x="8097566" y="1233960"/>
            <a:ext cx="269626" cy="184666"/>
          </a:xfrm>
          <a:prstGeom prst="rect">
            <a:avLst/>
          </a:prstGeom>
          <a:noFill/>
        </p:spPr>
        <p:txBody>
          <a:bodyPr wrap="none" rtlCol="0">
            <a:spAutoFit/>
          </a:bodyPr>
          <a:lstStyle/>
          <a:p>
            <a:r>
              <a:rPr lang="en-US" sz="600" dirty="0">
                <a:solidFill>
                  <a:srgbClr val="FF0000"/>
                </a:solidFill>
              </a:rPr>
              <a:t>[1]</a:t>
            </a:r>
          </a:p>
        </p:txBody>
      </p:sp>
      <p:sp>
        <p:nvSpPr>
          <p:cNvPr id="12" name="Oval 11">
            <a:extLst>
              <a:ext uri="{FF2B5EF4-FFF2-40B4-BE49-F238E27FC236}">
                <a16:creationId xmlns:a16="http://schemas.microsoft.com/office/drawing/2014/main" id="{6D79CE92-464C-5C64-DE70-D7093CED4392}"/>
              </a:ext>
            </a:extLst>
          </p:cNvPr>
          <p:cNvSpPr/>
          <p:nvPr/>
        </p:nvSpPr>
        <p:spPr>
          <a:xfrm>
            <a:off x="7728495" y="1191977"/>
            <a:ext cx="762165" cy="275065"/>
          </a:xfrm>
          <a:prstGeom prst="ellipse">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41A2418-0E5C-F0BC-EEC3-9A5C865C44D6}"/>
              </a:ext>
            </a:extLst>
          </p:cNvPr>
          <p:cNvSpPr/>
          <p:nvPr/>
        </p:nvSpPr>
        <p:spPr>
          <a:xfrm>
            <a:off x="3397404" y="2271555"/>
            <a:ext cx="5093257" cy="335001"/>
          </a:xfrm>
          <a:prstGeom prst="rect">
            <a:avLst/>
          </a:prstGeom>
          <a:no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71224A2C-0205-A356-E091-E6550BB68DE8}"/>
              </a:ext>
            </a:extLst>
          </p:cNvPr>
          <p:cNvSpPr txBox="1"/>
          <p:nvPr/>
        </p:nvSpPr>
        <p:spPr>
          <a:xfrm>
            <a:off x="7991709" y="2429732"/>
            <a:ext cx="606581" cy="200055"/>
          </a:xfrm>
          <a:prstGeom prst="rect">
            <a:avLst/>
          </a:prstGeom>
          <a:noFill/>
        </p:spPr>
        <p:txBody>
          <a:bodyPr wrap="square" rtlCol="0">
            <a:spAutoFit/>
          </a:bodyPr>
          <a:lstStyle/>
          <a:p>
            <a:r>
              <a:rPr lang="en-US" sz="700" dirty="0">
                <a:solidFill>
                  <a:srgbClr val="FF0000"/>
                </a:solidFill>
              </a:rPr>
              <a:t>&lt;= 1E-9</a:t>
            </a:r>
          </a:p>
        </p:txBody>
      </p:sp>
      <p:sp>
        <p:nvSpPr>
          <p:cNvPr id="16" name="TextBox 15">
            <a:extLst>
              <a:ext uri="{FF2B5EF4-FFF2-40B4-BE49-F238E27FC236}">
                <a16:creationId xmlns:a16="http://schemas.microsoft.com/office/drawing/2014/main" id="{ED8E9479-53E9-89AA-A5AF-C000760CB1E7}"/>
              </a:ext>
            </a:extLst>
          </p:cNvPr>
          <p:cNvSpPr txBox="1"/>
          <p:nvPr/>
        </p:nvSpPr>
        <p:spPr>
          <a:xfrm>
            <a:off x="7223082" y="2437278"/>
            <a:ext cx="606581" cy="200055"/>
          </a:xfrm>
          <a:prstGeom prst="rect">
            <a:avLst/>
          </a:prstGeom>
          <a:noFill/>
        </p:spPr>
        <p:txBody>
          <a:bodyPr wrap="square" rtlCol="0">
            <a:spAutoFit/>
          </a:bodyPr>
          <a:lstStyle/>
          <a:p>
            <a:r>
              <a:rPr lang="en-US" sz="700" dirty="0">
                <a:solidFill>
                  <a:srgbClr val="FF0000"/>
                </a:solidFill>
              </a:rPr>
              <a:t>&lt;= 1E-7</a:t>
            </a:r>
          </a:p>
        </p:txBody>
      </p:sp>
      <p:sp>
        <p:nvSpPr>
          <p:cNvPr id="17" name="TextBox 16">
            <a:extLst>
              <a:ext uri="{FF2B5EF4-FFF2-40B4-BE49-F238E27FC236}">
                <a16:creationId xmlns:a16="http://schemas.microsoft.com/office/drawing/2014/main" id="{B399F9F7-9545-872C-EFAF-1EC561991AC7}"/>
              </a:ext>
            </a:extLst>
          </p:cNvPr>
          <p:cNvSpPr txBox="1"/>
          <p:nvPr/>
        </p:nvSpPr>
        <p:spPr>
          <a:xfrm>
            <a:off x="5434361" y="2429732"/>
            <a:ext cx="409576" cy="200055"/>
          </a:xfrm>
          <a:prstGeom prst="rect">
            <a:avLst/>
          </a:prstGeom>
          <a:noFill/>
        </p:spPr>
        <p:txBody>
          <a:bodyPr wrap="square" rtlCol="0">
            <a:spAutoFit/>
          </a:bodyPr>
          <a:lstStyle/>
          <a:p>
            <a:r>
              <a:rPr lang="en-US" sz="700" dirty="0">
                <a:solidFill>
                  <a:srgbClr val="FF0000"/>
                </a:solidFill>
              </a:rPr>
              <a:t>1E-5</a:t>
            </a:r>
          </a:p>
        </p:txBody>
      </p:sp>
      <p:sp>
        <p:nvSpPr>
          <p:cNvPr id="18" name="TextBox 17">
            <a:extLst>
              <a:ext uri="{FF2B5EF4-FFF2-40B4-BE49-F238E27FC236}">
                <a16:creationId xmlns:a16="http://schemas.microsoft.com/office/drawing/2014/main" id="{EAD8F880-BE49-C080-5C80-EC849AB6553B}"/>
              </a:ext>
            </a:extLst>
          </p:cNvPr>
          <p:cNvSpPr txBox="1"/>
          <p:nvPr/>
        </p:nvSpPr>
        <p:spPr>
          <a:xfrm>
            <a:off x="6433552" y="2437278"/>
            <a:ext cx="553143" cy="200055"/>
          </a:xfrm>
          <a:prstGeom prst="rect">
            <a:avLst/>
          </a:prstGeom>
          <a:noFill/>
        </p:spPr>
        <p:txBody>
          <a:bodyPr wrap="square" rtlCol="0">
            <a:spAutoFit/>
          </a:bodyPr>
          <a:lstStyle/>
          <a:p>
            <a:r>
              <a:rPr lang="en-US" sz="700" dirty="0">
                <a:solidFill>
                  <a:srgbClr val="FF0000"/>
                </a:solidFill>
              </a:rPr>
              <a:t>&lt;= 1E-5</a:t>
            </a:r>
          </a:p>
        </p:txBody>
      </p:sp>
      <p:sp>
        <p:nvSpPr>
          <p:cNvPr id="19" name="TextBox 18">
            <a:extLst>
              <a:ext uri="{FF2B5EF4-FFF2-40B4-BE49-F238E27FC236}">
                <a16:creationId xmlns:a16="http://schemas.microsoft.com/office/drawing/2014/main" id="{EE66849C-028E-8D7A-C4ED-3F5B03D4E453}"/>
              </a:ext>
            </a:extLst>
          </p:cNvPr>
          <p:cNvSpPr txBox="1"/>
          <p:nvPr/>
        </p:nvSpPr>
        <p:spPr>
          <a:xfrm>
            <a:off x="7223081" y="1340460"/>
            <a:ext cx="606581" cy="200055"/>
          </a:xfrm>
          <a:prstGeom prst="rect">
            <a:avLst/>
          </a:prstGeom>
          <a:noFill/>
        </p:spPr>
        <p:txBody>
          <a:bodyPr wrap="square" rtlCol="0">
            <a:spAutoFit/>
          </a:bodyPr>
          <a:lstStyle/>
          <a:p>
            <a:r>
              <a:rPr lang="en-US" sz="700" dirty="0">
                <a:solidFill>
                  <a:srgbClr val="FF0000"/>
                </a:solidFill>
              </a:rPr>
              <a:t>&lt;= 1E-8</a:t>
            </a:r>
          </a:p>
        </p:txBody>
      </p:sp>
      <p:sp>
        <p:nvSpPr>
          <p:cNvPr id="20" name="TextBox 19">
            <a:extLst>
              <a:ext uri="{FF2B5EF4-FFF2-40B4-BE49-F238E27FC236}">
                <a16:creationId xmlns:a16="http://schemas.microsoft.com/office/drawing/2014/main" id="{E535A0BC-0CDC-8AF6-C9A5-292D89553EE9}"/>
              </a:ext>
            </a:extLst>
          </p:cNvPr>
          <p:cNvSpPr txBox="1"/>
          <p:nvPr/>
        </p:nvSpPr>
        <p:spPr>
          <a:xfrm>
            <a:off x="6445681" y="1340460"/>
            <a:ext cx="606581" cy="200055"/>
          </a:xfrm>
          <a:prstGeom prst="rect">
            <a:avLst/>
          </a:prstGeom>
          <a:noFill/>
        </p:spPr>
        <p:txBody>
          <a:bodyPr wrap="square" rtlCol="0">
            <a:spAutoFit/>
          </a:bodyPr>
          <a:lstStyle/>
          <a:p>
            <a:r>
              <a:rPr lang="en-US" sz="700" dirty="0">
                <a:solidFill>
                  <a:srgbClr val="FF0000"/>
                </a:solidFill>
              </a:rPr>
              <a:t>&lt;= 1E-7</a:t>
            </a:r>
          </a:p>
        </p:txBody>
      </p:sp>
      <p:sp>
        <p:nvSpPr>
          <p:cNvPr id="21" name="TextBox 20">
            <a:extLst>
              <a:ext uri="{FF2B5EF4-FFF2-40B4-BE49-F238E27FC236}">
                <a16:creationId xmlns:a16="http://schemas.microsoft.com/office/drawing/2014/main" id="{73D0F419-BB22-D998-C706-760C59EB1432}"/>
              </a:ext>
            </a:extLst>
          </p:cNvPr>
          <p:cNvSpPr txBox="1"/>
          <p:nvPr/>
        </p:nvSpPr>
        <p:spPr>
          <a:xfrm>
            <a:off x="5889683" y="1340460"/>
            <a:ext cx="606581" cy="200055"/>
          </a:xfrm>
          <a:prstGeom prst="rect">
            <a:avLst/>
          </a:prstGeom>
          <a:noFill/>
        </p:spPr>
        <p:txBody>
          <a:bodyPr wrap="square" rtlCol="0">
            <a:spAutoFit/>
          </a:bodyPr>
          <a:lstStyle/>
          <a:p>
            <a:r>
              <a:rPr lang="en-US" sz="700" dirty="0">
                <a:solidFill>
                  <a:srgbClr val="FF0000"/>
                </a:solidFill>
              </a:rPr>
              <a:t>&lt;= 1E-6</a:t>
            </a:r>
          </a:p>
        </p:txBody>
      </p:sp>
      <p:sp>
        <p:nvSpPr>
          <p:cNvPr id="22" name="TextBox 21">
            <a:extLst>
              <a:ext uri="{FF2B5EF4-FFF2-40B4-BE49-F238E27FC236}">
                <a16:creationId xmlns:a16="http://schemas.microsoft.com/office/drawing/2014/main" id="{3322FC46-83BC-DD59-15B9-27238E135FF9}"/>
              </a:ext>
            </a:extLst>
          </p:cNvPr>
          <p:cNvSpPr txBox="1"/>
          <p:nvPr/>
        </p:nvSpPr>
        <p:spPr>
          <a:xfrm>
            <a:off x="5422051" y="1335717"/>
            <a:ext cx="518215" cy="200055"/>
          </a:xfrm>
          <a:prstGeom prst="rect">
            <a:avLst/>
          </a:prstGeom>
          <a:noFill/>
        </p:spPr>
        <p:txBody>
          <a:bodyPr wrap="square" rtlCol="0">
            <a:spAutoFit/>
          </a:bodyPr>
          <a:lstStyle/>
          <a:p>
            <a:r>
              <a:rPr lang="en-US" sz="700" dirty="0">
                <a:solidFill>
                  <a:srgbClr val="FF0000"/>
                </a:solidFill>
              </a:rPr>
              <a:t>1E-5</a:t>
            </a:r>
          </a:p>
        </p:txBody>
      </p:sp>
      <p:sp>
        <p:nvSpPr>
          <p:cNvPr id="23" name="TextBox 22">
            <a:extLst>
              <a:ext uri="{FF2B5EF4-FFF2-40B4-BE49-F238E27FC236}">
                <a16:creationId xmlns:a16="http://schemas.microsoft.com/office/drawing/2014/main" id="{DDCDD753-BA58-B705-E8A2-26CD8C726F91}"/>
              </a:ext>
            </a:extLst>
          </p:cNvPr>
          <p:cNvSpPr txBox="1"/>
          <p:nvPr/>
        </p:nvSpPr>
        <p:spPr>
          <a:xfrm>
            <a:off x="7979399" y="1613037"/>
            <a:ext cx="606581" cy="200055"/>
          </a:xfrm>
          <a:prstGeom prst="rect">
            <a:avLst/>
          </a:prstGeom>
          <a:noFill/>
        </p:spPr>
        <p:txBody>
          <a:bodyPr wrap="square" rtlCol="0">
            <a:spAutoFit/>
          </a:bodyPr>
          <a:lstStyle/>
          <a:p>
            <a:r>
              <a:rPr lang="en-US" sz="700" dirty="0">
                <a:solidFill>
                  <a:srgbClr val="FF0000"/>
                </a:solidFill>
              </a:rPr>
              <a:t>&lt;= 1E-9</a:t>
            </a:r>
          </a:p>
        </p:txBody>
      </p:sp>
      <p:sp>
        <p:nvSpPr>
          <p:cNvPr id="24" name="TextBox 23">
            <a:extLst>
              <a:ext uri="{FF2B5EF4-FFF2-40B4-BE49-F238E27FC236}">
                <a16:creationId xmlns:a16="http://schemas.microsoft.com/office/drawing/2014/main" id="{84D05DEA-C70E-4166-5D9D-C9F5F3A3ED0B}"/>
              </a:ext>
            </a:extLst>
          </p:cNvPr>
          <p:cNvSpPr txBox="1"/>
          <p:nvPr/>
        </p:nvSpPr>
        <p:spPr>
          <a:xfrm>
            <a:off x="5422051" y="1613037"/>
            <a:ext cx="409576" cy="200055"/>
          </a:xfrm>
          <a:prstGeom prst="rect">
            <a:avLst/>
          </a:prstGeom>
          <a:noFill/>
        </p:spPr>
        <p:txBody>
          <a:bodyPr wrap="square" rtlCol="0">
            <a:spAutoFit/>
          </a:bodyPr>
          <a:lstStyle/>
          <a:p>
            <a:r>
              <a:rPr lang="en-US" sz="700" dirty="0">
                <a:solidFill>
                  <a:srgbClr val="FF0000"/>
                </a:solidFill>
              </a:rPr>
              <a:t>1E-5</a:t>
            </a:r>
          </a:p>
        </p:txBody>
      </p:sp>
      <p:sp>
        <p:nvSpPr>
          <p:cNvPr id="25" name="TextBox 24">
            <a:extLst>
              <a:ext uri="{FF2B5EF4-FFF2-40B4-BE49-F238E27FC236}">
                <a16:creationId xmlns:a16="http://schemas.microsoft.com/office/drawing/2014/main" id="{E6FC421C-8A51-BF5C-6EFE-40DE349AE684}"/>
              </a:ext>
            </a:extLst>
          </p:cNvPr>
          <p:cNvSpPr txBox="1"/>
          <p:nvPr/>
        </p:nvSpPr>
        <p:spPr>
          <a:xfrm>
            <a:off x="7159924" y="891665"/>
            <a:ext cx="785793" cy="184666"/>
          </a:xfrm>
          <a:prstGeom prst="rect">
            <a:avLst/>
          </a:prstGeom>
          <a:noFill/>
        </p:spPr>
        <p:txBody>
          <a:bodyPr wrap="none" rtlCol="0">
            <a:spAutoFit/>
          </a:bodyPr>
          <a:lstStyle/>
          <a:p>
            <a:r>
              <a:rPr lang="en-US" sz="600" dirty="0">
                <a:solidFill>
                  <a:srgbClr val="FF0000"/>
                </a:solidFill>
              </a:rPr>
              <a:t>Failure Rates</a:t>
            </a:r>
            <a:r>
              <a:rPr lang="en-US" sz="500" dirty="0">
                <a:solidFill>
                  <a:srgbClr val="FF0000"/>
                </a:solidFill>
              </a:rPr>
              <a:t> [3,4]</a:t>
            </a:r>
            <a:endParaRPr lang="en-US" sz="600" dirty="0">
              <a:solidFill>
                <a:srgbClr val="FF0000"/>
              </a:solidFill>
            </a:endParaRPr>
          </a:p>
        </p:txBody>
      </p:sp>
      <p:sp>
        <p:nvSpPr>
          <p:cNvPr id="27" name="TextBox 26">
            <a:extLst>
              <a:ext uri="{FF2B5EF4-FFF2-40B4-BE49-F238E27FC236}">
                <a16:creationId xmlns:a16="http://schemas.microsoft.com/office/drawing/2014/main" id="{9AA291A3-800A-2DE4-1BF5-C1BC3E71A15C}"/>
              </a:ext>
            </a:extLst>
          </p:cNvPr>
          <p:cNvSpPr txBox="1"/>
          <p:nvPr/>
        </p:nvSpPr>
        <p:spPr>
          <a:xfrm>
            <a:off x="653337" y="3938566"/>
            <a:ext cx="8293594" cy="677108"/>
          </a:xfrm>
          <a:prstGeom prst="rect">
            <a:avLst/>
          </a:prstGeom>
          <a:noFill/>
        </p:spPr>
        <p:txBody>
          <a:bodyPr wrap="square" rtlCol="0">
            <a:spAutoFit/>
          </a:bodyPr>
          <a:lstStyle/>
          <a:p>
            <a:r>
              <a:rPr lang="en-US" sz="1200" b="1" dirty="0">
                <a:latin typeface="Arial" panose="020B0604020202020204" pitchFamily="34" charset="0"/>
                <a:cs typeface="Arial" panose="020B0604020202020204" pitchFamily="34" charset="0"/>
              </a:rPr>
              <a:t>Military </a:t>
            </a:r>
            <a:r>
              <a:rPr lang="en-US" sz="1200" dirty="0">
                <a:latin typeface="Arial" panose="020B0604020202020204" pitchFamily="34" charset="0"/>
                <a:cs typeface="Arial" panose="020B0604020202020204" pitchFamily="34" charset="0"/>
              </a:rPr>
              <a:t>(</a:t>
            </a:r>
            <a:r>
              <a:rPr lang="en-US" sz="1200" dirty="0">
                <a:latin typeface="Arial" panose="020B0604020202020204" pitchFamily="34" charset="0"/>
                <a:cs typeface="Arial" panose="020B0604020202020204" pitchFamily="34" charset="0"/>
                <a:hlinkClick r:id="rId8"/>
              </a:rPr>
              <a:t>MIL-STD-882E</a:t>
            </a:r>
            <a:r>
              <a:rPr lang="en-US" sz="1200" dirty="0">
                <a:latin typeface="Arial" panose="020B0604020202020204" pitchFamily="34" charset="0"/>
                <a:cs typeface="Arial" panose="020B0604020202020204" pitchFamily="34" charset="0"/>
              </a:rPr>
              <a:t>), “Level of Rigor”</a:t>
            </a:r>
          </a:p>
          <a:p>
            <a:r>
              <a:rPr lang="en-US" sz="1200" b="1" dirty="0">
                <a:latin typeface="Arial" panose="020B0604020202020204" pitchFamily="34" charset="0"/>
                <a:cs typeface="Arial" panose="020B0604020202020204" pitchFamily="34" charset="0"/>
              </a:rPr>
              <a:t>NASA</a:t>
            </a:r>
            <a:r>
              <a:rPr lang="en-US" sz="1200" dirty="0">
                <a:latin typeface="Arial" panose="020B0604020202020204" pitchFamily="34" charset="0"/>
                <a:cs typeface="Arial" panose="020B0604020202020204" pitchFamily="34" charset="0"/>
              </a:rPr>
              <a:t> (</a:t>
            </a:r>
            <a:r>
              <a:rPr lang="en-US" sz="1200" dirty="0">
                <a:latin typeface="Arial" panose="020B0604020202020204" pitchFamily="34" charset="0"/>
                <a:cs typeface="Arial" panose="020B0604020202020204" pitchFamily="34" charset="0"/>
                <a:hlinkClick r:id="rId9"/>
              </a:rPr>
              <a:t>NPR 7150.2</a:t>
            </a:r>
            <a:r>
              <a:rPr lang="en-US" sz="1200" dirty="0">
                <a:latin typeface="Arial" panose="020B0604020202020204" pitchFamily="34" charset="0"/>
                <a:cs typeface="Arial" panose="020B0604020202020204" pitchFamily="34" charset="0"/>
              </a:rPr>
              <a:t>), “Class”</a:t>
            </a:r>
          </a:p>
          <a:p>
            <a:endParaRPr lang="en-US" dirty="0"/>
          </a:p>
        </p:txBody>
      </p:sp>
      <p:sp>
        <p:nvSpPr>
          <p:cNvPr id="28" name="TextBox 27">
            <a:extLst>
              <a:ext uri="{FF2B5EF4-FFF2-40B4-BE49-F238E27FC236}">
                <a16:creationId xmlns:a16="http://schemas.microsoft.com/office/drawing/2014/main" id="{2602EDEA-4171-F1BC-CB4E-D9E8D0FD58CE}"/>
              </a:ext>
            </a:extLst>
          </p:cNvPr>
          <p:cNvSpPr txBox="1"/>
          <p:nvPr/>
        </p:nvSpPr>
        <p:spPr>
          <a:xfrm>
            <a:off x="8221034" y="3915335"/>
            <a:ext cx="269626" cy="184666"/>
          </a:xfrm>
          <a:prstGeom prst="rect">
            <a:avLst/>
          </a:prstGeom>
          <a:noFill/>
        </p:spPr>
        <p:txBody>
          <a:bodyPr wrap="none" rtlCol="0">
            <a:spAutoFit/>
          </a:bodyPr>
          <a:lstStyle/>
          <a:p>
            <a:r>
              <a:rPr lang="en-US" sz="600" dirty="0">
                <a:solidFill>
                  <a:srgbClr val="FF0000"/>
                </a:solidFill>
              </a:rPr>
              <a:t>[2]</a:t>
            </a:r>
          </a:p>
        </p:txBody>
      </p:sp>
      <p:pic>
        <p:nvPicPr>
          <p:cNvPr id="30" name="Picture 29">
            <a:extLst>
              <a:ext uri="{FF2B5EF4-FFF2-40B4-BE49-F238E27FC236}">
                <a16:creationId xmlns:a16="http://schemas.microsoft.com/office/drawing/2014/main" id="{65D1FF36-F5D8-CEEB-5464-36EF78CD29FB}"/>
              </a:ext>
            </a:extLst>
          </p:cNvPr>
          <p:cNvPicPr>
            <a:picLocks noChangeAspect="1"/>
          </p:cNvPicPr>
          <p:nvPr/>
        </p:nvPicPr>
        <p:blipFill>
          <a:blip r:embed="rId10"/>
          <a:stretch>
            <a:fillRect/>
          </a:stretch>
        </p:blipFill>
        <p:spPr>
          <a:xfrm>
            <a:off x="8211267" y="4174484"/>
            <a:ext cx="558786" cy="558786"/>
          </a:xfrm>
          <a:prstGeom prst="rect">
            <a:avLst/>
          </a:prstGeom>
        </p:spPr>
      </p:pic>
    </p:spTree>
    <p:extLst>
      <p:ext uri="{BB962C8B-B14F-4D97-AF65-F5344CB8AC3E}">
        <p14:creationId xmlns:p14="http://schemas.microsoft.com/office/powerpoint/2010/main" val="35729382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CAF3FD99-8327-13DD-7C60-F238EAC5D6AB}"/>
            </a:ext>
          </a:extLst>
        </p:cNvPr>
        <p:cNvGrpSpPr/>
        <p:nvPr/>
      </p:nvGrpSpPr>
      <p:grpSpPr>
        <a:xfrm>
          <a:off x="0" y="0"/>
          <a:ext cx="0" cy="0"/>
          <a:chOff x="0" y="0"/>
          <a:chExt cx="0" cy="0"/>
        </a:xfrm>
      </p:grpSpPr>
      <p:sp>
        <p:nvSpPr>
          <p:cNvPr id="54" name="Google Shape;54;p10">
            <a:extLst>
              <a:ext uri="{FF2B5EF4-FFF2-40B4-BE49-F238E27FC236}">
                <a16:creationId xmlns:a16="http://schemas.microsoft.com/office/drawing/2014/main" id="{0EECD075-E832-00D4-F911-8D9958EB4653}"/>
              </a:ext>
            </a:extLst>
          </p:cNvPr>
          <p:cNvSpPr txBox="1">
            <a:spLocks noGrp="1"/>
          </p:cNvSpPr>
          <p:nvPr>
            <p:ph type="title"/>
          </p:nvPr>
        </p:nvSpPr>
        <p:spPr>
          <a:xfrm>
            <a:off x="311700" y="304800"/>
            <a:ext cx="8520600" cy="712925"/>
          </a:xfrm>
          <a:prstGeom prst="rect">
            <a:avLst/>
          </a:prstGeom>
        </p:spPr>
        <p:txBody>
          <a:bodyPr spcFirstLastPara="1" wrap="square" lIns="91425" tIns="91425" rIns="91425" bIns="91425" anchor="t" anchorCtr="0">
            <a:noAutofit/>
          </a:bodyPr>
          <a:lstStyle/>
          <a:p>
            <a:r>
              <a:rPr lang="en-US" dirty="0"/>
              <a:t>Use Cases</a:t>
            </a:r>
            <a:endParaRPr dirty="0"/>
          </a:p>
        </p:txBody>
      </p:sp>
      <p:sp>
        <p:nvSpPr>
          <p:cNvPr id="55" name="Google Shape;55;p10">
            <a:extLst>
              <a:ext uri="{FF2B5EF4-FFF2-40B4-BE49-F238E27FC236}">
                <a16:creationId xmlns:a16="http://schemas.microsoft.com/office/drawing/2014/main" id="{4B930FB0-B498-3BA7-00CA-4ACAABB66CA3}"/>
              </a:ext>
            </a:extLst>
          </p:cNvPr>
          <p:cNvSpPr txBox="1">
            <a:spLocks noGrp="1"/>
          </p:cNvSpPr>
          <p:nvPr>
            <p:ph type="body" idx="1"/>
          </p:nvPr>
        </p:nvSpPr>
        <p:spPr>
          <a:xfrm>
            <a:off x="311700" y="906517"/>
            <a:ext cx="8520600" cy="987134"/>
          </a:xfrm>
          <a:prstGeom prst="rect">
            <a:avLst/>
          </a:prstGeom>
        </p:spPr>
        <p:txBody>
          <a:bodyPr spcFirstLastPara="1" wrap="square" lIns="91425" tIns="91425" rIns="91425" bIns="91425" anchor="t" anchorCtr="0">
            <a:noAutofit/>
          </a:bodyPr>
          <a:lstStyle/>
          <a:p>
            <a:pPr marL="0" indent="0">
              <a:spcAft>
                <a:spcPts val="800"/>
              </a:spcAft>
              <a:buNone/>
            </a:pPr>
            <a:r>
              <a:rPr lang="en-US" sz="1400" dirty="0"/>
              <a:t>Our Process:</a:t>
            </a:r>
          </a:p>
          <a:p>
            <a:pPr marL="0" indent="0">
              <a:spcAft>
                <a:spcPts val="800"/>
              </a:spcAft>
              <a:buNone/>
            </a:pPr>
            <a:r>
              <a:rPr lang="en-US" sz="1400" dirty="0"/>
              <a:t>1) Propose, 2) Capture, 3) Establish concept, 4) Demo in environment, and 5) Publish results</a:t>
            </a:r>
          </a:p>
        </p:txBody>
      </p:sp>
      <p:graphicFrame>
        <p:nvGraphicFramePr>
          <p:cNvPr id="2" name="Table 1">
            <a:extLst>
              <a:ext uri="{FF2B5EF4-FFF2-40B4-BE49-F238E27FC236}">
                <a16:creationId xmlns:a16="http://schemas.microsoft.com/office/drawing/2014/main" id="{7845BF0C-BCEC-54E3-0DE2-EBA29B508D3A}"/>
              </a:ext>
            </a:extLst>
          </p:cNvPr>
          <p:cNvGraphicFramePr>
            <a:graphicFrameLocks noGrp="1"/>
          </p:cNvGraphicFramePr>
          <p:nvPr>
            <p:extLst>
              <p:ext uri="{D42A27DB-BD31-4B8C-83A1-F6EECF244321}">
                <p14:modId xmlns:p14="http://schemas.microsoft.com/office/powerpoint/2010/main" val="457833490"/>
              </p:ext>
            </p:extLst>
          </p:nvPr>
        </p:nvGraphicFramePr>
        <p:xfrm>
          <a:off x="245060" y="1729105"/>
          <a:ext cx="8653880" cy="2773680"/>
        </p:xfrm>
        <a:graphic>
          <a:graphicData uri="http://schemas.openxmlformats.org/drawingml/2006/table">
            <a:tbl>
              <a:tblPr firstRow="1" bandRow="1">
                <a:tableStyleId>{5C22544A-7EE6-4342-B048-85BDC9FD1C3A}</a:tableStyleId>
              </a:tblPr>
              <a:tblGrid>
                <a:gridCol w="639871">
                  <a:extLst>
                    <a:ext uri="{9D8B030D-6E8A-4147-A177-3AD203B41FA5}">
                      <a16:colId xmlns:a16="http://schemas.microsoft.com/office/drawing/2014/main" val="3832399082"/>
                    </a:ext>
                  </a:extLst>
                </a:gridCol>
                <a:gridCol w="1487779">
                  <a:extLst>
                    <a:ext uri="{9D8B030D-6E8A-4147-A177-3AD203B41FA5}">
                      <a16:colId xmlns:a16="http://schemas.microsoft.com/office/drawing/2014/main" val="3798540297"/>
                    </a:ext>
                  </a:extLst>
                </a:gridCol>
                <a:gridCol w="2002221">
                  <a:extLst>
                    <a:ext uri="{9D8B030D-6E8A-4147-A177-3AD203B41FA5}">
                      <a16:colId xmlns:a16="http://schemas.microsoft.com/office/drawing/2014/main" val="1339397661"/>
                    </a:ext>
                  </a:extLst>
                </a:gridCol>
                <a:gridCol w="4524009">
                  <a:extLst>
                    <a:ext uri="{9D8B030D-6E8A-4147-A177-3AD203B41FA5}">
                      <a16:colId xmlns:a16="http://schemas.microsoft.com/office/drawing/2014/main" val="1477765075"/>
                    </a:ext>
                  </a:extLst>
                </a:gridCol>
              </a:tblGrid>
              <a:tr h="228811">
                <a:tc>
                  <a:txBody>
                    <a:bodyPr/>
                    <a:lstStyle/>
                    <a:p>
                      <a:r>
                        <a:rPr lang="en-US" dirty="0"/>
                        <a:t>Level</a:t>
                      </a:r>
                    </a:p>
                  </a:txBody>
                  <a:tcPr/>
                </a:tc>
                <a:tc>
                  <a:txBody>
                    <a:bodyPr/>
                    <a:lstStyle/>
                    <a:p>
                      <a:r>
                        <a:rPr lang="en-US" dirty="0"/>
                        <a:t>Severity</a:t>
                      </a:r>
                    </a:p>
                  </a:txBody>
                  <a:tcPr/>
                </a:tc>
                <a:tc>
                  <a:txBody>
                    <a:bodyPr/>
                    <a:lstStyle/>
                    <a:p>
                      <a:r>
                        <a:rPr lang="en-US" dirty="0"/>
                        <a:t>Case</a:t>
                      </a:r>
                    </a:p>
                  </a:txBody>
                  <a:tcPr/>
                </a:tc>
                <a:tc>
                  <a:txBody>
                    <a:bodyPr/>
                    <a:lstStyle/>
                    <a:p>
                      <a:r>
                        <a:rPr lang="en-US" dirty="0"/>
                        <a:t>Goals</a:t>
                      </a:r>
                    </a:p>
                  </a:txBody>
                  <a:tcPr/>
                </a:tc>
                <a:extLst>
                  <a:ext uri="{0D108BD9-81ED-4DB2-BD59-A6C34878D82A}">
                    <a16:rowId xmlns:a16="http://schemas.microsoft.com/office/drawing/2014/main" val="2056729142"/>
                  </a:ext>
                </a:extLst>
              </a:tr>
              <a:tr h="614274">
                <a:tc>
                  <a:txBody>
                    <a:bodyPr/>
                    <a:lstStyle/>
                    <a:p>
                      <a:pPr algn="ctr"/>
                      <a:r>
                        <a:rPr lang="en-US" sz="1200" dirty="0"/>
                        <a:t>A/B/C</a:t>
                      </a:r>
                    </a:p>
                  </a:txBody>
                  <a:tcPr/>
                </a:tc>
                <a:tc>
                  <a:txBody>
                    <a:bodyPr/>
                    <a:lstStyle/>
                    <a:p>
                      <a:r>
                        <a:rPr lang="en-US" sz="1050" dirty="0"/>
                        <a:t>Catastrophic Failure</a:t>
                      </a:r>
                    </a:p>
                  </a:txBody>
                  <a:tcPr/>
                </a:tc>
                <a:tc>
                  <a:txBody>
                    <a:bodyPr/>
                    <a:lstStyle/>
                    <a:p>
                      <a:r>
                        <a:rPr lang="en-US" sz="1200" dirty="0"/>
                        <a:t>Fault Tolerant (1)</a:t>
                      </a:r>
                    </a:p>
                    <a:p>
                      <a:r>
                        <a:rPr lang="en-US" sz="1200" dirty="0"/>
                        <a:t>High Integrity Compute (1)</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Cabin Lights (1)</a:t>
                      </a:r>
                    </a:p>
                    <a:p>
                      <a:endParaRPr lang="en-US" sz="1200" dirty="0"/>
                    </a:p>
                  </a:txBody>
                  <a:tcPr/>
                </a:tc>
                <a:tc>
                  <a:txBody>
                    <a:bodyPr/>
                    <a:lstStyle/>
                    <a:p>
                      <a:pPr marL="171450" indent="-171450">
                        <a:buFontTx/>
                        <a:buChar char="-"/>
                      </a:pPr>
                      <a:r>
                        <a:rPr lang="en-US" sz="1200" dirty="0"/>
                        <a:t>Mixed criticality architecture w/ partitioning</a:t>
                      </a:r>
                    </a:p>
                    <a:p>
                      <a:pPr marL="171450" indent="-171450">
                        <a:buFontTx/>
                        <a:buChar char="-"/>
                      </a:pPr>
                      <a:r>
                        <a:rPr lang="en-US" sz="1200" dirty="0"/>
                        <a:t>Minimal Codebase / configuration defined</a:t>
                      </a:r>
                    </a:p>
                    <a:p>
                      <a:pPr marL="171450" indent="-171450">
                        <a:buFontTx/>
                        <a:buChar char="-"/>
                      </a:pPr>
                      <a:r>
                        <a:rPr lang="en-US" sz="1200" dirty="0"/>
                        <a:t>Fault tree / recovery / injection</a:t>
                      </a:r>
                    </a:p>
                    <a:p>
                      <a:pPr marL="171450" indent="-171450">
                        <a:buFontTx/>
                        <a:buChar char="-"/>
                      </a:pPr>
                      <a:r>
                        <a:rPr lang="en-US" sz="1200" dirty="0"/>
                        <a:t>Voting schemes</a:t>
                      </a:r>
                    </a:p>
                    <a:p>
                      <a:pPr marL="171450" marR="0" lvl="0" indent="-171450" algn="l" defTabSz="914400" rtl="0" eaLnBrk="1" fontAlgn="auto" latinLnBrk="0" hangingPunct="1">
                        <a:lnSpc>
                          <a:spcPct val="100000"/>
                        </a:lnSpc>
                        <a:spcBef>
                          <a:spcPts val="0"/>
                        </a:spcBef>
                        <a:spcAft>
                          <a:spcPts val="0"/>
                        </a:spcAft>
                        <a:buClr>
                          <a:srgbClr val="000000"/>
                        </a:buClr>
                        <a:buSzTx/>
                        <a:buFontTx/>
                        <a:buChar char="-"/>
                        <a:tabLst/>
                        <a:defRPr/>
                      </a:pPr>
                      <a:r>
                        <a:rPr lang="en-US" sz="1200" dirty="0"/>
                        <a:t>IO and protocol approach appropriate for level</a:t>
                      </a:r>
                    </a:p>
                    <a:p>
                      <a:pPr marL="171450" marR="0" lvl="0" indent="-171450" algn="l" defTabSz="914400" rtl="0" eaLnBrk="1" fontAlgn="auto" latinLnBrk="0" hangingPunct="1">
                        <a:lnSpc>
                          <a:spcPct val="100000"/>
                        </a:lnSpc>
                        <a:spcBef>
                          <a:spcPts val="0"/>
                        </a:spcBef>
                        <a:spcAft>
                          <a:spcPts val="0"/>
                        </a:spcAft>
                        <a:buClr>
                          <a:srgbClr val="000000"/>
                        </a:buClr>
                        <a:buSzTx/>
                        <a:buFontTx/>
                        <a:buChar char="-"/>
                        <a:tabLst/>
                        <a:defRPr/>
                      </a:pPr>
                      <a:endParaRPr lang="en-US" sz="1200" dirty="0"/>
                    </a:p>
                  </a:txBody>
                  <a:tcPr/>
                </a:tc>
                <a:extLst>
                  <a:ext uri="{0D108BD9-81ED-4DB2-BD59-A6C34878D82A}">
                    <a16:rowId xmlns:a16="http://schemas.microsoft.com/office/drawing/2014/main" val="2918005155"/>
                  </a:ext>
                </a:extLst>
              </a:tr>
              <a:tr h="341263">
                <a:tc>
                  <a:txBody>
                    <a:bodyPr/>
                    <a:lstStyle/>
                    <a:p>
                      <a:pPr algn="ctr"/>
                      <a:r>
                        <a:rPr lang="en-US" sz="1200" dirty="0"/>
                        <a:t>D</a:t>
                      </a:r>
                    </a:p>
                  </a:txBody>
                  <a:tcPr/>
                </a:tc>
                <a:tc>
                  <a:txBody>
                    <a:bodyPr/>
                    <a:lstStyle/>
                    <a:p>
                      <a:r>
                        <a:rPr lang="en-US" sz="1050" dirty="0"/>
                        <a:t>Minor Failure</a:t>
                      </a:r>
                    </a:p>
                  </a:txBody>
                  <a:tcPr/>
                </a:tc>
                <a:tc>
                  <a:txBody>
                    <a:bodyPr/>
                    <a:lstStyle/>
                    <a:p>
                      <a:r>
                        <a:rPr lang="en-US" sz="1200" dirty="0">
                          <a:highlight>
                            <a:srgbClr val="00FF00"/>
                          </a:highlight>
                        </a:rPr>
                        <a:t>Cabin Lights (5)</a:t>
                      </a:r>
                    </a:p>
                    <a:p>
                      <a:r>
                        <a:rPr lang="en-US" sz="1200" dirty="0">
                          <a:highlight>
                            <a:srgbClr val="FFFF00"/>
                          </a:highlight>
                        </a:rPr>
                        <a:t>Cabin Lights w/ </a:t>
                      </a:r>
                      <a:r>
                        <a:rPr lang="en-US" sz="1200" dirty="0" err="1">
                          <a:highlight>
                            <a:srgbClr val="FFFF00"/>
                          </a:highlight>
                        </a:rPr>
                        <a:t>cFS</a:t>
                      </a:r>
                      <a:r>
                        <a:rPr lang="en-US" sz="1200" dirty="0">
                          <a:highlight>
                            <a:srgbClr val="FFFF00"/>
                          </a:highlight>
                        </a:rPr>
                        <a:t> (2)</a:t>
                      </a:r>
                    </a:p>
                  </a:txBody>
                  <a:tcPr/>
                </a:tc>
                <a:tc>
                  <a:txBody>
                    <a:bodyPr/>
                    <a:lstStyle/>
                    <a:p>
                      <a:pPr marL="171450" marR="0" lvl="0" indent="-171450" algn="l" defTabSz="914400" rtl="0" eaLnBrk="1" fontAlgn="auto" latinLnBrk="0" hangingPunct="1">
                        <a:lnSpc>
                          <a:spcPct val="100000"/>
                        </a:lnSpc>
                        <a:spcBef>
                          <a:spcPts val="0"/>
                        </a:spcBef>
                        <a:spcAft>
                          <a:spcPts val="0"/>
                        </a:spcAft>
                        <a:buClr>
                          <a:srgbClr val="000000"/>
                        </a:buClr>
                        <a:buSzTx/>
                        <a:buFontTx/>
                        <a:buChar char="-"/>
                        <a:tabLst/>
                        <a:defRPr/>
                      </a:pPr>
                      <a:r>
                        <a:rPr lang="en-US" sz="1200" dirty="0">
                          <a:highlight>
                            <a:srgbClr val="00FF00"/>
                          </a:highlight>
                        </a:rPr>
                        <a:t>First use case - Established outline to capture use cases</a:t>
                      </a:r>
                    </a:p>
                    <a:p>
                      <a:pPr marL="171450" indent="-171450">
                        <a:buFontTx/>
                        <a:buChar char="-"/>
                      </a:pPr>
                      <a:r>
                        <a:rPr lang="en-US" sz="1200" dirty="0">
                          <a:highlight>
                            <a:srgbClr val="00FF00"/>
                          </a:highlight>
                          <a:hlinkClick r:id="rId3"/>
                        </a:rPr>
                        <a:t>Runtime Verification w/ Copilot</a:t>
                      </a:r>
                      <a:endParaRPr lang="en-US" sz="1200" dirty="0">
                        <a:highlight>
                          <a:srgbClr val="00FF00"/>
                        </a:highlight>
                      </a:endParaRPr>
                    </a:p>
                    <a:p>
                      <a:pPr marL="171450" indent="-171450">
                        <a:buFontTx/>
                        <a:buChar char="-"/>
                      </a:pPr>
                      <a:r>
                        <a:rPr lang="en-US" sz="1200" dirty="0">
                          <a:highlight>
                            <a:srgbClr val="00FF00"/>
                          </a:highlight>
                        </a:rPr>
                        <a:t>Basic build/emulation/test workflow (patches welcome!)</a:t>
                      </a:r>
                    </a:p>
                    <a:p>
                      <a:pPr marL="171450" indent="-171450">
                        <a:buFontTx/>
                        <a:buChar char="-"/>
                      </a:pPr>
                      <a:r>
                        <a:rPr lang="en-US" sz="1200" dirty="0">
                          <a:highlight>
                            <a:srgbClr val="00FF00"/>
                          </a:highlight>
                        </a:rPr>
                        <a:t>Environment/Tool container</a:t>
                      </a:r>
                    </a:p>
                    <a:p>
                      <a:pPr marL="171450" indent="-171450">
                        <a:buFontTx/>
                        <a:buChar char="-"/>
                      </a:pPr>
                      <a:endParaRPr lang="en-US" sz="1200" dirty="0">
                        <a:highlight>
                          <a:srgbClr val="00FF00"/>
                        </a:highlight>
                      </a:endParaRPr>
                    </a:p>
                  </a:txBody>
                  <a:tcPr/>
                </a:tc>
                <a:extLst>
                  <a:ext uri="{0D108BD9-81ED-4DB2-BD59-A6C34878D82A}">
                    <a16:rowId xmlns:a16="http://schemas.microsoft.com/office/drawing/2014/main" val="3490736216"/>
                  </a:ext>
                </a:extLst>
              </a:tr>
              <a:tr h="228811">
                <a:tc>
                  <a:txBody>
                    <a:bodyPr/>
                    <a:lstStyle/>
                    <a:p>
                      <a:pPr algn="ctr"/>
                      <a:r>
                        <a:rPr lang="en-US" sz="1200" dirty="0"/>
                        <a:t>E</a:t>
                      </a:r>
                    </a:p>
                  </a:txBody>
                  <a:tcPr/>
                </a:tc>
                <a:tc>
                  <a:txBody>
                    <a:bodyPr/>
                    <a:lstStyle/>
                    <a:p>
                      <a:r>
                        <a:rPr lang="en-US" sz="1050" dirty="0"/>
                        <a:t>No Safety Effect</a:t>
                      </a:r>
                    </a:p>
                  </a:txBody>
                  <a:tcPr/>
                </a:tc>
                <a:tc>
                  <a:txBody>
                    <a:bodyPr/>
                    <a:lstStyle/>
                    <a:p>
                      <a:r>
                        <a:rPr lang="en-US" sz="1200" dirty="0"/>
                        <a:t>Attested Boot (1)</a:t>
                      </a:r>
                    </a:p>
                  </a:txBody>
                  <a:tcPr/>
                </a:tc>
                <a:tc>
                  <a:txBody>
                    <a:bodyPr/>
                    <a:lstStyle/>
                    <a:p>
                      <a:pPr marL="171450" indent="-171450">
                        <a:buFontTx/>
                        <a:buChar char="-"/>
                      </a:pPr>
                      <a:r>
                        <a:rPr lang="en-US" sz="1200" dirty="0"/>
                        <a:t>Boot chain integrity/authenticity</a:t>
                      </a:r>
                    </a:p>
                  </a:txBody>
                  <a:tcPr/>
                </a:tc>
                <a:extLst>
                  <a:ext uri="{0D108BD9-81ED-4DB2-BD59-A6C34878D82A}">
                    <a16:rowId xmlns:a16="http://schemas.microsoft.com/office/drawing/2014/main" val="169440892"/>
                  </a:ext>
                </a:extLst>
              </a:tr>
            </a:tbl>
          </a:graphicData>
        </a:graphic>
      </p:graphicFrame>
      <p:sp>
        <p:nvSpPr>
          <p:cNvPr id="5" name="TextBox 4">
            <a:extLst>
              <a:ext uri="{FF2B5EF4-FFF2-40B4-BE49-F238E27FC236}">
                <a16:creationId xmlns:a16="http://schemas.microsoft.com/office/drawing/2014/main" id="{0B17D058-B7CB-14EC-3E81-44FC12A67F0D}"/>
              </a:ext>
            </a:extLst>
          </p:cNvPr>
          <p:cNvSpPr txBox="1"/>
          <p:nvPr/>
        </p:nvSpPr>
        <p:spPr>
          <a:xfrm>
            <a:off x="3051705" y="4530923"/>
            <a:ext cx="5349541" cy="307777"/>
          </a:xfrm>
          <a:prstGeom prst="rect">
            <a:avLst/>
          </a:prstGeom>
          <a:noFill/>
        </p:spPr>
        <p:txBody>
          <a:bodyPr wrap="none" rtlCol="0">
            <a:spAutoFit/>
          </a:bodyPr>
          <a:lstStyle/>
          <a:p>
            <a:r>
              <a:rPr lang="en-US" dirty="0">
                <a:hlinkClick r:id="rId4"/>
              </a:rPr>
              <a:t>Please suggest new Use Cases or upvote/add notes on existing!</a:t>
            </a:r>
            <a:endParaRPr lang="en-US" dirty="0"/>
          </a:p>
        </p:txBody>
      </p:sp>
      <p:pic>
        <p:nvPicPr>
          <p:cNvPr id="7" name="Picture 6">
            <a:extLst>
              <a:ext uri="{FF2B5EF4-FFF2-40B4-BE49-F238E27FC236}">
                <a16:creationId xmlns:a16="http://schemas.microsoft.com/office/drawing/2014/main" id="{93A4FCA6-E47B-24F1-4278-CF2916DC7A6A}"/>
              </a:ext>
            </a:extLst>
          </p:cNvPr>
          <p:cNvPicPr>
            <a:picLocks noChangeAspect="1"/>
          </p:cNvPicPr>
          <p:nvPr/>
        </p:nvPicPr>
        <p:blipFill>
          <a:blip r:embed="rId5"/>
          <a:stretch>
            <a:fillRect/>
          </a:stretch>
        </p:blipFill>
        <p:spPr>
          <a:xfrm>
            <a:off x="7845166" y="112092"/>
            <a:ext cx="987134" cy="987134"/>
          </a:xfrm>
          <a:prstGeom prst="rect">
            <a:avLst/>
          </a:prstGeom>
        </p:spPr>
      </p:pic>
    </p:spTree>
    <p:extLst>
      <p:ext uri="{BB962C8B-B14F-4D97-AF65-F5344CB8AC3E}">
        <p14:creationId xmlns:p14="http://schemas.microsoft.com/office/powerpoint/2010/main" val="488923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A5FC7-F7E9-A4BD-188D-A5E3012083E9}"/>
              </a:ext>
            </a:extLst>
          </p:cNvPr>
          <p:cNvSpPr>
            <a:spLocks noGrp="1"/>
          </p:cNvSpPr>
          <p:nvPr>
            <p:ph type="title"/>
          </p:nvPr>
        </p:nvSpPr>
        <p:spPr/>
        <p:txBody>
          <a:bodyPr/>
          <a:lstStyle/>
          <a:p>
            <a:r>
              <a:rPr lang="en-US" dirty="0"/>
              <a:t>Demo: Cabin Lights</a:t>
            </a:r>
          </a:p>
        </p:txBody>
      </p:sp>
      <p:sp>
        <p:nvSpPr>
          <p:cNvPr id="3" name="Text Placeholder 2">
            <a:extLst>
              <a:ext uri="{FF2B5EF4-FFF2-40B4-BE49-F238E27FC236}">
                <a16:creationId xmlns:a16="http://schemas.microsoft.com/office/drawing/2014/main" id="{86210EE9-2E0A-7442-2C06-B0897E0E7B1E}"/>
              </a:ext>
            </a:extLst>
          </p:cNvPr>
          <p:cNvSpPr>
            <a:spLocks noGrp="1"/>
          </p:cNvSpPr>
          <p:nvPr>
            <p:ph type="body" idx="1"/>
          </p:nvPr>
        </p:nvSpPr>
        <p:spPr>
          <a:xfrm>
            <a:off x="311699" y="1050813"/>
            <a:ext cx="5181185" cy="3151762"/>
          </a:xfrm>
        </p:spPr>
        <p:txBody>
          <a:bodyPr/>
          <a:lstStyle/>
          <a:p>
            <a:r>
              <a:rPr lang="en-US" dirty="0"/>
              <a:t>Requirements</a:t>
            </a:r>
          </a:p>
          <a:p>
            <a:pPr lvl="1"/>
            <a:r>
              <a:rPr lang="en-US" dirty="0"/>
              <a:t>The Cabin Lights system shall turn lights on in less than 500 </a:t>
            </a:r>
            <a:r>
              <a:rPr lang="en-US" dirty="0" err="1"/>
              <a:t>ms</a:t>
            </a:r>
            <a:r>
              <a:rPr lang="en-US" dirty="0"/>
              <a:t> of the light switch turning on.</a:t>
            </a:r>
          </a:p>
          <a:p>
            <a:pPr lvl="1"/>
            <a:r>
              <a:rPr lang="en-US" dirty="0"/>
              <a:t>The Cabin Lights system shall turn lights off in less than 500 </a:t>
            </a:r>
            <a:r>
              <a:rPr lang="en-US" dirty="0" err="1"/>
              <a:t>ms</a:t>
            </a:r>
            <a:r>
              <a:rPr lang="en-US" dirty="0"/>
              <a:t> of the light switch turning off.</a:t>
            </a:r>
          </a:p>
          <a:p>
            <a:r>
              <a:rPr lang="en-US" dirty="0"/>
              <a:t>Design</a:t>
            </a:r>
          </a:p>
          <a:p>
            <a:pPr lvl="1"/>
            <a:r>
              <a:rPr lang="en-US" dirty="0"/>
              <a:t>Switch, Server and Actuator(Light)</a:t>
            </a:r>
          </a:p>
          <a:p>
            <a:pPr lvl="1"/>
            <a:r>
              <a:rPr lang="en-US" dirty="0"/>
              <a:t>Ethernet and system logging are used</a:t>
            </a:r>
          </a:p>
          <a:p>
            <a:r>
              <a:rPr lang="en-US" dirty="0"/>
              <a:t>Test / Demo approach</a:t>
            </a:r>
          </a:p>
          <a:p>
            <a:pPr lvl="1"/>
            <a:r>
              <a:rPr lang="en-US" dirty="0"/>
              <a:t>Applications are paired with CoPilot monitoring of logs / package</a:t>
            </a:r>
          </a:p>
          <a:p>
            <a:endParaRPr lang="en-US" dirty="0"/>
          </a:p>
          <a:p>
            <a:endParaRPr lang="en-US" dirty="0"/>
          </a:p>
        </p:txBody>
      </p:sp>
      <p:pic>
        <p:nvPicPr>
          <p:cNvPr id="7" name="Picture 6">
            <a:extLst>
              <a:ext uri="{FF2B5EF4-FFF2-40B4-BE49-F238E27FC236}">
                <a16:creationId xmlns:a16="http://schemas.microsoft.com/office/drawing/2014/main" id="{3CA01004-D5FF-99AD-4B7A-B3932F2B246D}"/>
              </a:ext>
            </a:extLst>
          </p:cNvPr>
          <p:cNvPicPr>
            <a:picLocks noChangeAspect="1"/>
          </p:cNvPicPr>
          <p:nvPr/>
        </p:nvPicPr>
        <p:blipFill>
          <a:blip r:embed="rId3"/>
          <a:stretch>
            <a:fillRect/>
          </a:stretch>
        </p:blipFill>
        <p:spPr>
          <a:xfrm>
            <a:off x="5405301" y="506003"/>
            <a:ext cx="3738699" cy="4241381"/>
          </a:xfrm>
          <a:prstGeom prst="rect">
            <a:avLst/>
          </a:prstGeom>
        </p:spPr>
      </p:pic>
    </p:spTree>
    <p:extLst>
      <p:ext uri="{BB962C8B-B14F-4D97-AF65-F5344CB8AC3E}">
        <p14:creationId xmlns:p14="http://schemas.microsoft.com/office/powerpoint/2010/main" val="14113714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8984FC-DAE4-8F9A-9D90-0B226CDF3B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99D8D7-7FFD-CC6F-6B27-0F09DF9F29DB}"/>
              </a:ext>
            </a:extLst>
          </p:cNvPr>
          <p:cNvSpPr>
            <a:spLocks noGrp="1"/>
          </p:cNvSpPr>
          <p:nvPr>
            <p:ph type="title"/>
          </p:nvPr>
        </p:nvSpPr>
        <p:spPr>
          <a:xfrm>
            <a:off x="311700" y="209006"/>
            <a:ext cx="8520600" cy="808719"/>
          </a:xfrm>
        </p:spPr>
        <p:txBody>
          <a:bodyPr/>
          <a:lstStyle/>
          <a:p>
            <a:r>
              <a:rPr lang="en-US" dirty="0"/>
              <a:t>Demo: NASA Core Flight System (</a:t>
            </a:r>
            <a:r>
              <a:rPr lang="en-US" dirty="0" err="1"/>
              <a:t>cFS</a:t>
            </a:r>
            <a:r>
              <a:rPr lang="en-US" dirty="0"/>
              <a:t>)</a:t>
            </a:r>
          </a:p>
        </p:txBody>
      </p:sp>
      <p:pic>
        <p:nvPicPr>
          <p:cNvPr id="11" name="Picture 10">
            <a:extLst>
              <a:ext uri="{FF2B5EF4-FFF2-40B4-BE49-F238E27FC236}">
                <a16:creationId xmlns:a16="http://schemas.microsoft.com/office/drawing/2014/main" id="{53C4CC24-25F0-1A35-80AB-CD2F637AD65D}"/>
              </a:ext>
            </a:extLst>
          </p:cNvPr>
          <p:cNvPicPr>
            <a:picLocks noChangeAspect="1"/>
          </p:cNvPicPr>
          <p:nvPr/>
        </p:nvPicPr>
        <p:blipFill>
          <a:blip r:embed="rId3"/>
          <a:stretch>
            <a:fillRect/>
          </a:stretch>
        </p:blipFill>
        <p:spPr>
          <a:xfrm>
            <a:off x="131732" y="748937"/>
            <a:ext cx="6426478" cy="3731709"/>
          </a:xfrm>
          <a:prstGeom prst="rect">
            <a:avLst/>
          </a:prstGeom>
        </p:spPr>
      </p:pic>
      <p:sp>
        <p:nvSpPr>
          <p:cNvPr id="12" name="TextBox 11">
            <a:extLst>
              <a:ext uri="{FF2B5EF4-FFF2-40B4-BE49-F238E27FC236}">
                <a16:creationId xmlns:a16="http://schemas.microsoft.com/office/drawing/2014/main" id="{AB2C4937-7CE0-225D-0DB2-9D65539D952E}"/>
              </a:ext>
            </a:extLst>
          </p:cNvPr>
          <p:cNvSpPr txBox="1"/>
          <p:nvPr/>
        </p:nvSpPr>
        <p:spPr>
          <a:xfrm>
            <a:off x="6714964" y="1128160"/>
            <a:ext cx="2281646" cy="3262432"/>
          </a:xfrm>
          <a:prstGeom prst="rect">
            <a:avLst/>
          </a:prstGeom>
          <a:noFill/>
        </p:spPr>
        <p:txBody>
          <a:bodyPr wrap="square" rtlCol="0">
            <a:spAutoFit/>
          </a:bodyPr>
          <a:lstStyle/>
          <a:p>
            <a:r>
              <a:rPr lang="en-US" dirty="0"/>
              <a:t>Maturing Steps*</a:t>
            </a:r>
          </a:p>
          <a:p>
            <a:pPr marL="342900" indent="-342900">
              <a:buAutoNum type="arabicParenR"/>
            </a:pPr>
            <a:r>
              <a:rPr lang="en-US" sz="1200" dirty="0">
                <a:highlight>
                  <a:srgbClr val="00FF00"/>
                </a:highlight>
              </a:rPr>
              <a:t>Demo </a:t>
            </a:r>
            <a:r>
              <a:rPr lang="en-US" sz="1200" dirty="0" err="1">
                <a:highlight>
                  <a:srgbClr val="00FF00"/>
                </a:highlight>
              </a:rPr>
              <a:t>cFS</a:t>
            </a:r>
            <a:r>
              <a:rPr lang="en-US" sz="1200" dirty="0">
                <a:highlight>
                  <a:srgbClr val="00FF00"/>
                </a:highlight>
              </a:rPr>
              <a:t> Sample app</a:t>
            </a:r>
          </a:p>
          <a:p>
            <a:pPr marL="342900" indent="-342900">
              <a:buAutoNum type="arabicParenR"/>
            </a:pPr>
            <a:r>
              <a:rPr lang="en-US" sz="1200" dirty="0">
                <a:highlight>
                  <a:srgbClr val="00FF00"/>
                </a:highlight>
              </a:rPr>
              <a:t>Demo monitor event from sample app</a:t>
            </a:r>
          </a:p>
          <a:p>
            <a:pPr marL="342900" indent="-342900">
              <a:buAutoNum type="arabicParenR"/>
            </a:pPr>
            <a:r>
              <a:rPr lang="en-US" sz="1200" dirty="0">
                <a:highlight>
                  <a:srgbClr val="FFFF00"/>
                </a:highlight>
              </a:rPr>
              <a:t>Create Lights demo w/ framework**</a:t>
            </a:r>
          </a:p>
          <a:p>
            <a:pPr marL="342900" indent="-342900">
              <a:buAutoNum type="arabicParenR"/>
            </a:pPr>
            <a:r>
              <a:rPr lang="en-US" sz="1200" dirty="0"/>
              <a:t>Create Switch + Lights demo</a:t>
            </a:r>
          </a:p>
          <a:p>
            <a:pPr marL="342900" indent="-342900">
              <a:buAutoNum type="arabicParenR"/>
            </a:pPr>
            <a:endParaRPr lang="en-US" sz="1200" dirty="0"/>
          </a:p>
          <a:p>
            <a:pPr marL="342900" indent="-342900">
              <a:buAutoNum type="arabicParenR"/>
            </a:pPr>
            <a:endParaRPr lang="en-US" sz="1200" dirty="0"/>
          </a:p>
          <a:p>
            <a:pPr marL="342900" indent="-342900">
              <a:buAutoNum type="arabicParenR"/>
            </a:pPr>
            <a:endParaRPr lang="en-US" sz="1200" dirty="0"/>
          </a:p>
          <a:p>
            <a:pPr marL="342900" indent="-342900">
              <a:buAutoNum type="arabicParenR"/>
            </a:pPr>
            <a:endParaRPr lang="en-US" sz="1200" dirty="0"/>
          </a:p>
          <a:p>
            <a:pPr marL="342900" indent="-342900">
              <a:buAutoNum type="arabicParenR"/>
            </a:pPr>
            <a:endParaRPr lang="en-US" sz="1200" dirty="0"/>
          </a:p>
          <a:p>
            <a:r>
              <a:rPr lang="en-US" sz="1200" dirty="0"/>
              <a:t>* </a:t>
            </a:r>
            <a:r>
              <a:rPr lang="en-US" sz="1200" dirty="0">
                <a:highlight>
                  <a:srgbClr val="00FF00"/>
                </a:highlight>
              </a:rPr>
              <a:t>Assumes </a:t>
            </a:r>
            <a:r>
              <a:rPr lang="en-US" sz="1200" dirty="0" err="1">
                <a:highlight>
                  <a:srgbClr val="00FF00"/>
                </a:highlight>
              </a:rPr>
              <a:t>cFS</a:t>
            </a:r>
            <a:r>
              <a:rPr lang="en-US" sz="1200" dirty="0">
                <a:highlight>
                  <a:srgbClr val="00FF00"/>
                </a:highlight>
              </a:rPr>
              <a:t> running in embedded minimal Linux</a:t>
            </a:r>
          </a:p>
          <a:p>
            <a:r>
              <a:rPr lang="en-US" sz="1200" dirty="0">
                <a:highlight>
                  <a:srgbClr val="FFFF00"/>
                </a:highlight>
              </a:rPr>
              <a:t>** Ogma – generator of runtime monitors</a:t>
            </a:r>
          </a:p>
        </p:txBody>
      </p:sp>
      <p:sp>
        <p:nvSpPr>
          <p:cNvPr id="13" name="Rectangle 12">
            <a:extLst>
              <a:ext uri="{FF2B5EF4-FFF2-40B4-BE49-F238E27FC236}">
                <a16:creationId xmlns:a16="http://schemas.microsoft.com/office/drawing/2014/main" id="{8159732D-4335-0DFC-E192-2C4BDDDE1FD0}"/>
              </a:ext>
            </a:extLst>
          </p:cNvPr>
          <p:cNvSpPr/>
          <p:nvPr/>
        </p:nvSpPr>
        <p:spPr>
          <a:xfrm>
            <a:off x="6714963" y="1367246"/>
            <a:ext cx="2281646" cy="22642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B1ABBBFF-2FEC-5877-E9C2-03951C09DEC8}"/>
              </a:ext>
            </a:extLst>
          </p:cNvPr>
          <p:cNvPicPr>
            <a:picLocks noChangeAspect="1"/>
          </p:cNvPicPr>
          <p:nvPr/>
        </p:nvPicPr>
        <p:blipFill>
          <a:blip r:embed="rId4"/>
          <a:stretch>
            <a:fillRect/>
          </a:stretch>
        </p:blipFill>
        <p:spPr>
          <a:xfrm>
            <a:off x="7507035" y="4152276"/>
            <a:ext cx="697502" cy="697502"/>
          </a:xfrm>
          <a:prstGeom prst="rect">
            <a:avLst/>
          </a:prstGeom>
        </p:spPr>
      </p:pic>
    </p:spTree>
    <p:extLst>
      <p:ext uri="{BB962C8B-B14F-4D97-AF65-F5344CB8AC3E}">
        <p14:creationId xmlns:p14="http://schemas.microsoft.com/office/powerpoint/2010/main" val="33239665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FE2A3D48-CB92-0840-F229-0B34CB63F385}"/>
            </a:ext>
          </a:extLst>
        </p:cNvPr>
        <p:cNvGrpSpPr/>
        <p:nvPr/>
      </p:nvGrpSpPr>
      <p:grpSpPr>
        <a:xfrm>
          <a:off x="0" y="0"/>
          <a:ext cx="0" cy="0"/>
          <a:chOff x="0" y="0"/>
          <a:chExt cx="0" cy="0"/>
        </a:xfrm>
      </p:grpSpPr>
      <p:sp>
        <p:nvSpPr>
          <p:cNvPr id="54" name="Google Shape;54;p10">
            <a:extLst>
              <a:ext uri="{FF2B5EF4-FFF2-40B4-BE49-F238E27FC236}">
                <a16:creationId xmlns:a16="http://schemas.microsoft.com/office/drawing/2014/main" id="{B73A5FF7-3CBC-8CDB-06BA-53073845561E}"/>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How to engage with us?</a:t>
            </a:r>
            <a:endParaRPr dirty="0"/>
          </a:p>
        </p:txBody>
      </p:sp>
      <p:sp>
        <p:nvSpPr>
          <p:cNvPr id="7" name="Google Shape;134;p20">
            <a:extLst>
              <a:ext uri="{FF2B5EF4-FFF2-40B4-BE49-F238E27FC236}">
                <a16:creationId xmlns:a16="http://schemas.microsoft.com/office/drawing/2014/main" id="{80848FF7-6DA7-AF75-DC4D-65158D7F3AA0}"/>
              </a:ext>
            </a:extLst>
          </p:cNvPr>
          <p:cNvSpPr txBox="1">
            <a:spLocks noGrp="1"/>
          </p:cNvSpPr>
          <p:nvPr>
            <p:ph type="body" idx="1"/>
          </p:nvPr>
        </p:nvSpPr>
        <p:spPr>
          <a:xfrm>
            <a:off x="311700" y="1105989"/>
            <a:ext cx="6065037" cy="3107386"/>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Join our monthly call(s)</a:t>
            </a:r>
          </a:p>
          <a:p>
            <a:pPr marL="285750" lvl="0" indent="-285750" algn="l" rtl="0">
              <a:spcBef>
                <a:spcPts val="0"/>
              </a:spcBef>
              <a:spcAft>
                <a:spcPts val="0"/>
              </a:spcAft>
              <a:buFontTx/>
              <a:buChar char="-"/>
            </a:pPr>
            <a:r>
              <a:rPr lang="en-US" sz="1600" dirty="0"/>
              <a:t>2</a:t>
            </a:r>
            <a:r>
              <a:rPr lang="en-US" sz="1600" baseline="30000" dirty="0"/>
              <a:t>nd</a:t>
            </a:r>
            <a:r>
              <a:rPr lang="en-US" sz="1600" dirty="0"/>
              <a:t> Thursday – “General Topics”</a:t>
            </a:r>
          </a:p>
          <a:p>
            <a:pPr marL="285750" lvl="0" indent="-285750" algn="l" rtl="0">
              <a:spcBef>
                <a:spcPts val="0"/>
              </a:spcBef>
              <a:spcAft>
                <a:spcPts val="0"/>
              </a:spcAft>
              <a:buFontTx/>
              <a:buChar char="-"/>
            </a:pPr>
            <a:r>
              <a:rPr lang="en-US" sz="1600" dirty="0"/>
              <a:t>3</a:t>
            </a:r>
            <a:r>
              <a:rPr lang="en-US" sz="1600" baseline="30000" dirty="0"/>
              <a:t>rd</a:t>
            </a:r>
            <a:r>
              <a:rPr lang="en-US" sz="1600" dirty="0"/>
              <a:t> Thursday – Space Grade Linux SIG</a:t>
            </a:r>
          </a:p>
          <a:p>
            <a:pPr marL="285750" lvl="0" indent="-285750" algn="l" rtl="0">
              <a:spcBef>
                <a:spcPts val="0"/>
              </a:spcBef>
              <a:spcAft>
                <a:spcPts val="0"/>
              </a:spcAft>
              <a:buFontTx/>
              <a:buChar char="-"/>
            </a:pPr>
            <a:r>
              <a:rPr lang="en-US" sz="1600" dirty="0"/>
              <a:t>4</a:t>
            </a:r>
            <a:r>
              <a:rPr lang="en-US" sz="1600" baseline="30000" dirty="0"/>
              <a:t>th</a:t>
            </a:r>
            <a:r>
              <a:rPr lang="en-US" sz="1600" dirty="0"/>
              <a:t> Thursday – “Industry Papers” working session</a:t>
            </a:r>
          </a:p>
          <a:p>
            <a:pPr marL="285750" lvl="0" indent="-285750" algn="l" rtl="0">
              <a:spcBef>
                <a:spcPts val="0"/>
              </a:spcBef>
              <a:spcAft>
                <a:spcPts val="0"/>
              </a:spcAft>
              <a:buFontTx/>
              <a:buChar char="-"/>
            </a:pPr>
            <a:r>
              <a:rPr lang="en-US" sz="1600" dirty="0"/>
              <a:t>Weekly (Friday) – “Use Case” testing call</a:t>
            </a:r>
          </a:p>
          <a:p>
            <a:pPr marL="0" lvl="0" indent="0" algn="l" rtl="0">
              <a:spcBef>
                <a:spcPts val="0"/>
              </a:spcBef>
              <a:spcAft>
                <a:spcPts val="0"/>
              </a:spcAft>
              <a:buNone/>
            </a:pPr>
            <a:endParaRPr lang="en-US" dirty="0"/>
          </a:p>
          <a:p>
            <a:pPr marL="0" indent="0">
              <a:buNone/>
            </a:pPr>
            <a:r>
              <a:rPr lang="en-US" dirty="0"/>
              <a:t>Mailing list / repos / resources</a:t>
            </a:r>
          </a:p>
          <a:p>
            <a:pPr marL="0" indent="0">
              <a:buNone/>
            </a:pPr>
            <a:r>
              <a:rPr lang="en-US" sz="1400" dirty="0"/>
              <a:t>    </a:t>
            </a:r>
            <a:r>
              <a:rPr lang="en-US" sz="1400" dirty="0">
                <a:hlinkClick r:id="rId3"/>
              </a:rPr>
              <a:t>https://lists.elisa.tech/g/aerospace</a:t>
            </a:r>
            <a:endParaRPr lang="en-US" sz="1400"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Register here to receive a calendar invite</a:t>
            </a:r>
          </a:p>
          <a:p>
            <a:pPr marL="0" lvl="0" indent="0" algn="l" rtl="0">
              <a:spcBef>
                <a:spcPts val="0"/>
              </a:spcBef>
              <a:spcAft>
                <a:spcPts val="0"/>
              </a:spcAft>
              <a:buNone/>
            </a:pPr>
            <a:r>
              <a:rPr lang="en-US" dirty="0"/>
              <a:t>    </a:t>
            </a:r>
            <a:r>
              <a:rPr lang="en-US" sz="1400" u="sng"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4"/>
              </a:rPr>
              <a:t>https://elisa.tech/community/meetings/</a:t>
            </a:r>
            <a:endParaRPr dirty="0"/>
          </a:p>
        </p:txBody>
      </p:sp>
      <p:pic>
        <p:nvPicPr>
          <p:cNvPr id="4" name="Picture 3">
            <a:extLst>
              <a:ext uri="{FF2B5EF4-FFF2-40B4-BE49-F238E27FC236}">
                <a16:creationId xmlns:a16="http://schemas.microsoft.com/office/drawing/2014/main" id="{264CB3B8-C476-789C-4036-26E111648AB4}"/>
              </a:ext>
            </a:extLst>
          </p:cNvPr>
          <p:cNvPicPr>
            <a:picLocks noChangeAspect="1"/>
          </p:cNvPicPr>
          <p:nvPr/>
        </p:nvPicPr>
        <p:blipFill>
          <a:blip r:embed="rId5"/>
          <a:stretch>
            <a:fillRect/>
          </a:stretch>
        </p:blipFill>
        <p:spPr>
          <a:xfrm>
            <a:off x="4572000" y="3765102"/>
            <a:ext cx="774626" cy="774626"/>
          </a:xfrm>
          <a:prstGeom prst="rect">
            <a:avLst/>
          </a:prstGeom>
        </p:spPr>
      </p:pic>
      <p:pic>
        <p:nvPicPr>
          <p:cNvPr id="5" name="Picture 4">
            <a:extLst>
              <a:ext uri="{FF2B5EF4-FFF2-40B4-BE49-F238E27FC236}">
                <a16:creationId xmlns:a16="http://schemas.microsoft.com/office/drawing/2014/main" id="{0F336FCB-6AAB-0CB2-7F72-EE729179F93E}"/>
              </a:ext>
            </a:extLst>
          </p:cNvPr>
          <p:cNvPicPr>
            <a:picLocks noChangeAspect="1"/>
          </p:cNvPicPr>
          <p:nvPr/>
        </p:nvPicPr>
        <p:blipFill>
          <a:blip r:embed="rId6"/>
          <a:stretch>
            <a:fillRect/>
          </a:stretch>
        </p:blipFill>
        <p:spPr>
          <a:xfrm>
            <a:off x="6639454" y="239988"/>
            <a:ext cx="2096593" cy="2571749"/>
          </a:xfrm>
          <a:prstGeom prst="rect">
            <a:avLst/>
          </a:prstGeom>
        </p:spPr>
      </p:pic>
    </p:spTree>
    <p:extLst>
      <p:ext uri="{BB962C8B-B14F-4D97-AF65-F5344CB8AC3E}">
        <p14:creationId xmlns:p14="http://schemas.microsoft.com/office/powerpoint/2010/main" val="20898720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Licensing of Workshop Results</a:t>
            </a:r>
            <a:endParaRPr/>
          </a:p>
        </p:txBody>
      </p:sp>
      <p:sp>
        <p:nvSpPr>
          <p:cNvPr id="107" name="Google Shape;107;p15"/>
          <p:cNvSpPr txBox="1">
            <a:spLocks noGrp="1"/>
          </p:cNvSpPr>
          <p:nvPr>
            <p:ph type="body" idx="1"/>
          </p:nvPr>
        </p:nvSpPr>
        <p:spPr>
          <a:xfrm>
            <a:off x="311700" y="1152475"/>
            <a:ext cx="8520600" cy="3050100"/>
          </a:xfrm>
          <a:prstGeom prst="rect">
            <a:avLst/>
          </a:prstGeom>
        </p:spPr>
        <p:txBody>
          <a:bodyPr spcFirstLastPara="1" wrap="square" lIns="91425" tIns="91425" rIns="91425" bIns="91425" anchor="t" anchorCtr="0">
            <a:normAutofit fontScale="62500" lnSpcReduction="20000"/>
          </a:bodyPr>
          <a:lstStyle/>
          <a:p>
            <a:pPr marL="0" lvl="0" indent="0" algn="l" rtl="0">
              <a:spcBef>
                <a:spcPts val="0"/>
              </a:spcBef>
              <a:spcAft>
                <a:spcPts val="0"/>
              </a:spcAft>
              <a:buClr>
                <a:schemeClr val="dk1"/>
              </a:buClr>
              <a:buSzPct val="61111"/>
              <a:buFont typeface="Arial"/>
              <a:buNone/>
            </a:pPr>
            <a:r>
              <a:rPr lang="en"/>
              <a:t>All work created during the workshop is licensed under Creative Commons Attribution 4.0 International (CC-BY-4.0) [</a:t>
            </a:r>
            <a:r>
              <a:rPr lang="en" u="sng">
                <a:solidFill>
                  <a:schemeClr val="hlink"/>
                </a:solidFill>
                <a:hlinkClick r:id="rId3"/>
              </a:rPr>
              <a:t>https://creativecommons.org/licenses/by/4.0/</a:t>
            </a:r>
            <a:r>
              <a:rPr lang="en"/>
              <a:t>] by default, or under another suitable open-source license, e.g., GPL-2.0 for kernel code contributions.</a:t>
            </a:r>
            <a:endParaRPr/>
          </a:p>
          <a:p>
            <a:pPr marL="0" lvl="0" indent="0" algn="l" rtl="0">
              <a:spcBef>
                <a:spcPts val="800"/>
              </a:spcBef>
              <a:spcAft>
                <a:spcPts val="0"/>
              </a:spcAft>
              <a:buClr>
                <a:schemeClr val="dk1"/>
              </a:buClr>
              <a:buSzPct val="61111"/>
              <a:buFont typeface="Arial"/>
              <a:buNone/>
            </a:pPr>
            <a:r>
              <a:rPr lang="en"/>
              <a:t>You are free to:</a:t>
            </a:r>
            <a:endParaRPr/>
          </a:p>
          <a:p>
            <a:pPr marL="457200" lvl="0" indent="-300037" algn="l" rtl="0">
              <a:spcBef>
                <a:spcPts val="800"/>
              </a:spcBef>
              <a:spcAft>
                <a:spcPts val="0"/>
              </a:spcAft>
              <a:buSzPct val="100000"/>
              <a:buChar char="●"/>
            </a:pPr>
            <a:r>
              <a:rPr lang="en"/>
              <a:t>Share — copy and redistribute the material in any medium or format</a:t>
            </a:r>
            <a:endParaRPr/>
          </a:p>
          <a:p>
            <a:pPr marL="457200" lvl="0" indent="-300037" algn="l" rtl="0">
              <a:spcBef>
                <a:spcPts val="800"/>
              </a:spcBef>
              <a:spcAft>
                <a:spcPts val="0"/>
              </a:spcAft>
              <a:buSzPct val="100000"/>
              <a:buChar char="●"/>
            </a:pPr>
            <a:r>
              <a:rPr lang="en"/>
              <a:t>Adapt — remix, transform, and build upon the material for any purpose, even commercially.</a:t>
            </a:r>
            <a:endParaRPr/>
          </a:p>
          <a:p>
            <a:pPr marL="0" lvl="0" indent="0" algn="l" rtl="0">
              <a:spcBef>
                <a:spcPts val="800"/>
              </a:spcBef>
              <a:spcAft>
                <a:spcPts val="0"/>
              </a:spcAft>
              <a:buClr>
                <a:schemeClr val="dk1"/>
              </a:buClr>
              <a:buSzPct val="61111"/>
              <a:buFont typeface="Arial"/>
              <a:buNone/>
            </a:pPr>
            <a:r>
              <a:rPr lang="en"/>
              <a:t>The licensor cannot revoke these freedoms as long as you follow the license terms.</a:t>
            </a:r>
            <a:endParaRPr/>
          </a:p>
          <a:p>
            <a:pPr marL="0" lvl="0" indent="0" algn="l" rtl="0">
              <a:spcBef>
                <a:spcPts val="800"/>
              </a:spcBef>
              <a:spcAft>
                <a:spcPts val="0"/>
              </a:spcAft>
              <a:buClr>
                <a:schemeClr val="dk1"/>
              </a:buClr>
              <a:buSzPct val="61111"/>
              <a:buFont typeface="Arial"/>
              <a:buNone/>
            </a:pPr>
            <a:r>
              <a:rPr lang="en"/>
              <a:t>Under the following terms:</a:t>
            </a:r>
            <a:endParaRPr/>
          </a:p>
          <a:p>
            <a:pPr marL="0" lvl="0" indent="0" algn="l" rtl="0">
              <a:spcBef>
                <a:spcPts val="800"/>
              </a:spcBef>
              <a:spcAft>
                <a:spcPts val="0"/>
              </a:spcAft>
              <a:buClr>
                <a:schemeClr val="dk1"/>
              </a:buClr>
              <a:buSzPct val="61111"/>
              <a:buFont typeface="Arial"/>
              <a:buNone/>
            </a:pPr>
            <a:r>
              <a:rPr lang="en"/>
              <a:t>Attribution — You must give appropriate credit, provide a link to the license, and indicate if changes were made. You may do so in any reasonable manner, but not in any way that suggests the licensor endorses you or your use.</a:t>
            </a:r>
            <a:endParaRPr/>
          </a:p>
          <a:p>
            <a:pPr marL="0" lvl="0" indent="0" algn="l" rtl="0">
              <a:spcBef>
                <a:spcPts val="800"/>
              </a:spcBef>
              <a:spcAft>
                <a:spcPts val="800"/>
              </a:spcAft>
              <a:buClr>
                <a:schemeClr val="dk1"/>
              </a:buClr>
              <a:buSzPct val="61111"/>
              <a:buFont typeface="Arial"/>
              <a:buNone/>
            </a:pPr>
            <a:r>
              <a:rPr lang="en"/>
              <a:t>No additional restrictions — You may not apply legal terms or technological measures that legally restrict others from doing anything the license permits.</a:t>
            </a:r>
            <a:endParaRPr b="1" i="1"/>
          </a:p>
        </p:txBody>
      </p:sp>
      <p:sp>
        <p:nvSpPr>
          <p:cNvPr id="108" name="Google Shape;108;p15"/>
          <p:cNvSpPr txBox="1"/>
          <p:nvPr/>
        </p:nvSpPr>
        <p:spPr>
          <a:xfrm>
            <a:off x="3377100" y="4804800"/>
            <a:ext cx="2389800" cy="338700"/>
          </a:xfrm>
          <a:prstGeom prst="rect">
            <a:avLst/>
          </a:prstGeom>
          <a:noFill/>
          <a:ln>
            <a:noFill/>
          </a:ln>
        </p:spPr>
        <p:txBody>
          <a:bodyPr spcFirstLastPara="1" wrap="square" lIns="91425" tIns="91425" rIns="91425" bIns="91425" anchor="t" anchorCtr="0">
            <a:spAutoFit/>
          </a:bodyPr>
          <a:lstStyle/>
          <a:p>
            <a:pPr marL="0" marR="0" lvl="0" indent="0" algn="l" defTabSz="914400" rtl="0" eaLnBrk="1" fontAlgn="auto" latinLnBrk="0" hangingPunct="1">
              <a:lnSpc>
                <a:spcPct val="114000"/>
              </a:lnSpc>
              <a:spcBef>
                <a:spcPts val="0"/>
              </a:spcBef>
              <a:spcAft>
                <a:spcPts val="800"/>
              </a:spcAft>
              <a:buClr>
                <a:srgbClr val="000000"/>
              </a:buClr>
              <a:buSzTx/>
              <a:buFont typeface="Arial"/>
              <a:buNone/>
              <a:tabLst/>
              <a:defRPr/>
            </a:pPr>
            <a:r>
              <a:rPr kumimoji="0" lang="en" sz="1000" b="0" i="1" u="none" strike="noStrike" kern="0" cap="none" spc="0" normalizeH="0" baseline="0" noProof="0">
                <a:ln>
                  <a:noFill/>
                </a:ln>
                <a:solidFill>
                  <a:srgbClr val="B7B7B7"/>
                </a:solidFill>
                <a:effectLst/>
                <a:uLnTx/>
                <a:uFillTx/>
                <a:latin typeface="Arial"/>
                <a:cs typeface="Arial"/>
                <a:sym typeface="Arial"/>
              </a:rPr>
              <a:t>Work in Progress - License: CC-BY-4.0</a:t>
            </a:r>
            <a:endParaRPr kumimoji="0" sz="600" b="0" i="0" u="none" strike="noStrike" kern="0" cap="none" spc="0" normalizeH="0" baseline="0" noProof="0">
              <a:ln>
                <a:noFill/>
              </a:ln>
              <a:solidFill>
                <a:srgbClr val="B7B7B7"/>
              </a:solidFill>
              <a:effectLst/>
              <a:uLnTx/>
              <a:uFillTx/>
              <a:latin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6"/>
          <p:cNvSpPr txBox="1">
            <a:spLocks noGrp="1"/>
          </p:cNvSpPr>
          <p:nvPr>
            <p:ph type="ctrTitle"/>
          </p:nvPr>
        </p:nvSpPr>
        <p:spPr>
          <a:xfrm>
            <a:off x="319500" y="1783775"/>
            <a:ext cx="8505000" cy="1827600"/>
          </a:xfrm>
          <a:prstGeom prst="rect">
            <a:avLst/>
          </a:prstGeom>
        </p:spPr>
        <p:txBody>
          <a:bodyPr spcFirstLastPara="1" wrap="square" lIns="91425" tIns="91425" rIns="91425" bIns="91425" anchor="ctr" anchorCtr="0">
            <a:noAutofit/>
          </a:bodyPr>
          <a:lstStyle/>
          <a:p>
            <a:pPr lvl="0"/>
            <a:r>
              <a:rPr lang="en-US" dirty="0"/>
              <a:t>Thank you for attending!</a:t>
            </a:r>
            <a:endParaRPr dirty="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2029</TotalTime>
  <Words>1370</Words>
  <Application>Microsoft Office PowerPoint</Application>
  <PresentationFormat>On-screen Show (16:9)</PresentationFormat>
  <Paragraphs>168</Paragraphs>
  <Slides>15</Slides>
  <Notes>15</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15</vt:i4>
      </vt:variant>
    </vt:vector>
  </HeadingPairs>
  <TitlesOfParts>
    <vt:vector size="19" baseType="lpstr">
      <vt:lpstr>Aptos</vt:lpstr>
      <vt:lpstr>Arial</vt:lpstr>
      <vt:lpstr>Simple Light</vt:lpstr>
      <vt:lpstr>1_Simple Light</vt:lpstr>
      <vt:lpstr>ELISA Workshop Munich, Germany</vt:lpstr>
      <vt:lpstr>Industry Safety Level(s) vs.  Aerospace Use Cases</vt:lpstr>
      <vt:lpstr>PowerPoint Presentation</vt:lpstr>
      <vt:lpstr>Aerospace Working Group</vt:lpstr>
      <vt:lpstr>Agenda</vt:lpstr>
      <vt:lpstr>Aircraft Development Cycle  </vt:lpstr>
      <vt:lpstr>DO-178C Safety Levels </vt:lpstr>
      <vt:lpstr>Safety Levels vs. Certification Artifact </vt:lpstr>
      <vt:lpstr>A Comparison with Other Hazard Level Standards </vt:lpstr>
      <vt:lpstr>Use Cases</vt:lpstr>
      <vt:lpstr>Demo: Cabin Lights</vt:lpstr>
      <vt:lpstr>Demo: NASA Core Flight System (cFS)</vt:lpstr>
      <vt:lpstr>How to engage with us?</vt:lpstr>
      <vt:lpstr>Licensing of Workshop Results</vt:lpstr>
      <vt:lpstr>Thank you for attending!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Weber (US), Matthew L</cp:lastModifiedBy>
  <cp:revision>5</cp:revision>
  <dcterms:modified xsi:type="dcterms:W3CDTF">2025-11-14T16:10:51Z</dcterms:modified>
</cp:coreProperties>
</file>